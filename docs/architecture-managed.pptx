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東京リージョンの閉域で、収集から修復までをできる限り AWS のマネージドサービスで組む。</a:t>
            </a:r>
          </a:p>
          <a:p>
            <a:r>
              <a:t>- 格納先は STORES（既定は s3,grafana,splunk の 3 つとも）で選ぶ。Spark のジョブはまとまりごとに 1 つ。</a:t>
            </a:r>
          </a:p>
          <a:p>
            <a:r>
              <a:t>- Neptune Analytics はトポロジと status を持つ。Web・エージェント・Temporal が読む。</a:t>
            </a:r>
          </a:p>
          <a:p>
            <a:r>
              <a:t>- 画面（Web・Grafana・Splunk・Temporal・Nautobot・Kafbat UI）は SSM のポートフォワードで開く。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up.sh の順: base/ecr → base/core → agent → lab → stream → graph → nautobot → analytics → workflow。</a:t>
            </a:r>
          </a:p>
          <a:p>
            <a:r>
              <a:t>- graph は base/core のあと裏で始める。agent は AGENT=1、workflow は WORKFLOW=1、pipeline の 5 つは PIPELINE=1。</a:t>
            </a:r>
          </a:p>
          <a:p>
            <a:r>
              <a:t>- 接頭辞は &lt;owner&gt;-nwc-poc。lab-debug は別の CloudFormation スタックで、ここには入らない。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アラートの 4 種は link_down・bgp_down・isis_down・trap。Grafana のルールと Splunk の保存済みサーチの両方が出す。</a:t>
            </a:r>
          </a:p>
          <a:p>
            <a:r>
              <a:t>- ワークフローを起こすのは link_down だけ。承認してから数秒〜20 秒で効く。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MSK のトピックは metrics・gnmi・mdt・traps・logs の 5 つ。</a:t>
            </a:r>
          </a:p>
          <a:p>
            <a:r>
              <a:t>- Cisco は MDT の dial-out（57000）で受ける方針。lab の SR Linux は MDT を送れないので gNMI で取る。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開けていないもの: Temporal の gRPC 7233、Splunk の管理 API 8089（docs/architecture/core.md）。</a:t>
            </a:r>
          </a:p>
          <a:p>
            <a:r>
              <a:t>- ほかの行: nautobot → nautobot_db 5432、msk どうし 9092–9098、spark どうし全 TCP、Splunk のクラスター内 8089・9887・9997。</a:t>
            </a:r>
          </a:p>
          <a:p>
            <a:r>
              <a:t>- NLB → telegraf_dialout は 1162/udp・5140/udp・57000・8080（ヘルスチェック）。MDT_SOURCE_CIDRS（既定は空）から NLB の 57000。</a:t>
            </a:r>
          </a:p>
          <a:p>
            <a:r>
              <a:t>- Neptune Analytics には SG が無く、neptune-graph-data のエンドポイント（443）で届く。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PIPELINE の内訳: Neptune Analytics $0.58、STORES の grafana 約 $0.60、splunk 約 $0.34、Nautobot $0.14。</a:t>
            </a:r>
          </a:p>
          <a:p>
            <a:r>
              <a:t>- PIPELINE の 40〜60 分のうち MSK だけで 20〜30 分。</a:t>
            </a:r>
          </a:p>
          <a:p>
            <a:r>
              <a:t>- インターフェース型エンドポイントは 1 本 $0.014/h（1 AZ のとき）。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103120"/>
            <a:ext cx="100584" cy="1170432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029968"/>
            <a:ext cx="1019830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4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nwc-poc の構成（マネージド版）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3529584"/>
            <a:ext cx="101983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0000"/>
              </a:lnSpc>
            </a:pPr>
            <a:r>
              <a:rPr sz="18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機器のデータを集めて貯め、異常を AI が調べ、人の承認で直す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4279392"/>
            <a:ext cx="101983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2026-10-08  /  docs/architecture/、README、ops/up.sh・down.sh、terraform/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データは左から右へ流れ、修復だけが lab へ戻る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managed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55648"/>
            <a:ext cx="10509199" cy="39312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9 つの Terraform ルートを ops/up.sh が順に作る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275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4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数は各ルートの tf にある resource ブロックの数（count・for_each で増える実数ではない）。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2268982"/>
          <a:ext cx="5003140" cy="2264000"/>
        </p:xfrm>
        <a:graphic>
          <a:graphicData uri="http://schemas.openxmlformats.org/drawingml/2006/table">
            <a:tbl>
              <a:tblPr firstRow="1" bandRow="0"/>
              <a:tblGrid>
                <a:gridCol w="2501570"/>
                <a:gridCol w="2501570"/>
              </a:tblGrid>
              <a:tr h="404368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ルート（数）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中身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404368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base/ecr（6）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ECR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85088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base/core（39）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VPC・エンドポイント・SG・Web・SNS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85088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agent（21）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Runtime・ガードレール・KB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85088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workflow（35）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Temporal・Gateway MCP・SQS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347308" y="2268982"/>
          <a:ext cx="5003140" cy="2945912"/>
        </p:xfrm>
        <a:graphic>
          <a:graphicData uri="http://schemas.openxmlformats.org/drawingml/2006/table">
            <a:tbl>
              <a:tblPr firstRow="1" bandRow="0"/>
              <a:tblGrid>
                <a:gridCol w="2501570"/>
                <a:gridCol w="2501570"/>
              </a:tblGrid>
              <a:tr h="404368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ルート（数）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中身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404368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pipeline/lab（7）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lab EC2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85088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pipeline/stream（37）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MSK・Telegraf・NLB・Kafbat UI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85088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pipeline/graph（10）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Neptune・status Lambda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85088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pipeline/nautobot（16）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Nautobot・RDS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8191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pipeline/analytics（53）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EMR・S3 Tables・OpenSearch・AMP・Grafana・Splunk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データは収集から 6 段で進み、エージェントは最後に呼ばれる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managed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55648"/>
            <a:ext cx="10509199" cy="19072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収集から格納まで: Spark が STORES のまとまりごとに書き分ける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Telegraf は受ける側（内部 NLB の裏で trap 162・syslog 5140・MDT 57000）と取りに行く側（gNMI・SNMP）の 2 つ。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2780792"/>
          <a:ext cx="10509199" cy="3038348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STORES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格納先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トピック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S3 Tables raw_telemetry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全部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grafana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OpenSearch Serverless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traps・logs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grafana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AMP（Prometheus）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metrics・gnmi・mdt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splunk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Splunk の HEC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全部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検知から修復まで: アラートは SNS に集まり、link_down だけが承認つきの修復へ進む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70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Grafana のルール 4 つと Splunk の保存済みサーチ 4 つが、同じ 4 種を SNS へ出す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SNS から status Lambda が Neptune の status を書き、Firehose が alert_events に残す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link_down だけが SQS から Temporal のワークフローを起こす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エージェントが原因を調べて修復を提案し、人が Web の承認タブで承認する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承認すると SSM Run Command で lab を直す。提案の履歴は worker だけが書く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SG は用途ごとのポートだけを開け、外からの受信は経路ごと無い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4020844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49377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送り元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宛先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ポート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全ワークロード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エンドポイント・S3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443（HTTPS）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85062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web（踏み台）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grafana・splunk・workflow・nautobot・kafka_ui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3000・8000・8233・8080・8080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9756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telegraf・spark・kafka_ui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msk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9098（IAM 認証）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spark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splunk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8088（HEC）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9756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lab の管理網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NLB → telegraf_dialout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162・5140/udp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telegraf_dialin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lab の管理網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161/udp・57400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PIPELINE を既定のまま 1 か月置くと約 $2,000 になる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金額は東京の待機の時間課金で、既定の AZ の数のとき（README の「作るもの」）。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2347722"/>
          <a:ext cx="10509199" cy="2572664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49377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機能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時間課金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作る時間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土台（必ず）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約 $0.05/h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記載なし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9756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AGENT=1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約 $0.07/h（KB は +$0.35）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10〜15 分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PIPELINE=1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約 $2.73/h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40〜60 分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WORKFLOW=1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約 $0.09/h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記載なし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5158130"/>
            <a:ext cx="10509199" cy="708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PIPELINE と土台で約 $2.80/h、STORES=s3 だけなら約 $1.88/h。使い終わったら当日中に ops/down.sh で消す。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ops/down.sh は作った逆の順に消し、Runtime の ENI だけが最大 8 時間残る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337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消す順は workflow → analytics → nautobot → graph → stream → lab → agent → base/core → base/ecr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最後に Runtime のロググループと、up.sh が作った SSM のパラメータを消す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KEEP_ECR=1 なら ECR を残す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Runtime の ENI が外れるまで、VPC・サブネット・runtime の SG が残る（時間課金は無い）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graph・workflow・KB の Lambda の ENI は 20〜40 分残り、裏で消す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画面はどれも Web の EC2 を踏み台に localhost で開く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4115308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画面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開く先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要る機能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Web（チャット・トポロジ・承認）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localhost:8080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土台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Nautobot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localhost:8081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PIPELINE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Kafbat UI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localhost:8082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PIPELINE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Grafana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localhost:3000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PIPELINE（grafana）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Splunk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localhost:8000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PIPELINE（splunk）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Temporal UI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localhost:8233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WORKFLOW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