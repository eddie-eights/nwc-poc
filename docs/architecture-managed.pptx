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元の 2 枚目は絵だったが、外した部品（ECS の Kafbat UI、Telegraf の 2 サービス）が描かれていたので 2 列の箇条書きにした（docs/cycles/021-architecture-decks/build.md）。</a:t>
            </a:r>
          </a:p>
          <a:p>
            <a:r>
              <a:t>- 東京リージョン（ap-northeast-1）の閉域（VPC エンドポイント + Deny）で組む（docs/architecture/core.md）。</a:t>
            </a:r>
          </a:p>
          <a:p>
            <a:r>
              <a:t>- lab: docs/architecture/resources/lab-ec2.md。x86 の m6i.xlarge に SR Linux 6 台（s-leaf 2・spine 2・a-leaf 2。IS-IS + iBGP の EVPN-VXLAN）と TRex 1 台（dc1-trex-01）。</a:t>
            </a:r>
          </a:p>
          <a:p>
            <a:r>
              <a:t>- 収集 4 種は gnmic・Telegraf（trap）・syslog-ng・GoFlow2（README.md の「作るもの」、docs/architecture/pipeline.md）。</a:t>
            </a:r>
          </a:p>
          <a:p>
            <a:r>
              <a:t>- Spark は EMR Serverless。格納先 4 つは S3 Tables・OpenSearch Serverless・AMP・Splunk で、STORES（既定は s3,grafana,splunk の 3 つとも）で選ぶ（docs/deploy.md の STORES）。</a:t>
            </a:r>
          </a:p>
          <a:p>
            <a:r>
              <a:t>- アラートは Grafana と Splunk が出す。戻りは SNS → SQS → Temporal → エージェント → Web の承認タブ → SSM Run Command（docs/architecture/workflow.md）。</a:t>
            </a:r>
          </a:p>
          <a:p>
            <a:r>
              <a:t>- Neptune Analytics はトポロジと status を持ち、Web・エージェント・Temporal が読む。Nautobot は機器とケーブルの正。</a:t>
            </a:r>
          </a:p>
          <a:p>
            <a:r>
              <a:t>- Temporal の履歴は Nautobot の RDS に同居する（DB temporal / temporal_visibility。036）。ロール・DB・スキーマは一回きりの init のタスク &lt;prefix&gt;-workflow-init が作る（042。ops/up.sh の手順 8-5）（docs/data-stores.md、docs/workflow.md）。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ルートは IaC/terraform/aws-managed/&lt;ルート&gt;。</a:t>
            </a:r>
          </a:p>
          <a:p>
            <a:r>
              <a:t>- 数え方: ルートの *.tf をつないで grep -c '^resource "'（2026-10-12、docs/166-docs-sync bddbcb7）。count・for_each で増える実数ではない。元のデッキ（2026-10-08）から変わったのは agent 21 → 22 と stream 37 → 57（013 で gnmic・syslog-ng・GoFlow2 が入り、telegraf-dialin が外れた）。</a:t>
            </a:r>
          </a:p>
          <a:p>
            <a:r>
              <a:t>- 2026-10-09 の数えからは、base/logs（6）が 035 で増え、graph 10 → 11、analytics 53 → 54 になった。2026-10-10 の数えからは base/core 39 → 41、workflow 35 → 37 になった。</a:t>
            </a:r>
          </a:p>
          <a:p>
            <a:r>
              <a:t>- workflow には Temporal のサーバーのタスク定義（temporal・ui・worker の 3 コンテナ）と init のタスク定義 &lt;prefix&gt;-workflow-init（042）が入る。Temporal の DB は nautobot の RDS（036）。</a:t>
            </a:r>
          </a:p>
          <a:p>
            <a:r>
              <a:t>- base/core の IAM: 閉域の Deny &lt;prefix&gt;-network-perimeter、Web と lab の EC2 に付ける SSM の管理の許可 &lt;prefix&gt;-ssm-agent（047。パラメータの読み取りは含まない）。Nautobot の内部シークレットの Deny DenyNautobotSecrets（044）は Web・Runtime・tools Lambda・lab・lab-debug のロールに付く（docs/architecture/core.md の閉域）。</a:t>
            </a:r>
          </a:p>
          <a:p>
            <a:r>
              <a:t>- stream の 57 の内訳: telegraf.tf 15、collectors.tf 20（syslog-ng・GoFlow2）、gnmic.tf 12、msk.tf 5、kafka_ui.tf 4（Web の EC2 で動く Kafbat UI の接続先。ECS のタスクではない）、access.tf 1。</a:t>
            </a:r>
          </a:p>
          <a:p>
            <a:r>
              <a:t>- workflow の MCP は AgentCore Gateway。analytics の格納先は S3 Tables・OpenSearch Serverless・AMP。</a:t>
            </a:r>
          </a:p>
          <a:p>
            <a:r>
              <a:t>- ops/up.sh の順（ROOTS は ops/up.sh の手順 0「道具と認証」の中で決める）: base/ecr → base/logs → base/core → agent → lab → stream → graph → nautobot → analytics → workflow。graph は base/core のあと裏で始め、stream のあとで待つ。</a:t>
            </a:r>
          </a:p>
          <a:p>
            <a:r>
              <a:t>- agent は AGENT=1、workflow は WORKFLOW=1、pipeline の 5 つは PIPELINE=1。接頭辞は &lt;owner&gt;-nwc-poc。</a:t>
            </a:r>
          </a:p>
          <a:p>
            <a:r>
              <a:t>- lab-debug は別の CloudFormation スタックで、ここには入らない（ops/lab-debug.sh）。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元の 4 枚目は絵だったが、1 段目に古い収集（Telegraf が trap・syslog を受け gNMI・SNMP を取る）が描かれていたので箇条書きにした（build.md）。</a:t>
            </a:r>
          </a:p>
          <a:p>
            <a:r>
              <a:t>- 1: gnmic・Telegraf（trap）・syslog-ng・GoFlow2。トピックは metrics・gnmi・traps・logs・flows（docs/architecture/resources/msk.md）。</a:t>
            </a:r>
          </a:p>
          <a:p>
            <a:r>
              <a:t>- 2: 格納先は S3 Tables・OpenSearch Serverless・AMP・Splunk（5 枚目）。</a:t>
            </a:r>
          </a:p>
          <a:p>
            <a:r>
              <a:t>- 4: アラートの 4 種は link_down・bgp_down・isis_down・trap。Grafana のルールと Splunk の保存済みサーチの両方が出す（docs/architecture/pipeline.md の「異常を見つけるのは Grafana と Splunk」）。</a:t>
            </a:r>
          </a:p>
          <a:p>
            <a:r>
              <a:t>- 5: SQS → Temporal → Web の承認タブ → SSM Run Command。承認を押してから承認タブに出るまで数秒〜20 秒（docs/workflow.md の「流れ」）。</a:t>
            </a:r>
          </a:p>
          <a:p>
            <a:r>
              <a:t>- 6: AgentCore Runtime。ツールは workflow の Gateway（MCP）の先の Lambda。ワークフローのほか、Web のチャットからも呼べる（docs/architecture/agent.md、workflow.md）。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受ける側の 3 種は Telegraf（trap）・syslog-ng・GoFlow2。gnmic は機器の gNMI（57400/tcp）を購読する。</a:t>
            </a:r>
          </a:p>
          <a:p>
            <a:r>
              <a:t>- MSK のトピックは 5 つ: metrics（gnmic のカウンター）、gnmi（gnmic の状態。on-change）、traps（Telegraf）、logs（syslog-ng）、flows（GoFlow2）（docs/architecture/resources/msk.md）。</a:t>
            </a:r>
          </a:p>
          <a:p>
            <a:r>
              <a:t>- MSK の認証: Telegraf・Spark・Web（Kafbat UI）は IAM の 9098、syslog-ng・GoFlow2・gnmic は SASL/SCRAM の 9096（docs/architecture/core.md の SG の表）。</a:t>
            </a:r>
          </a:p>
          <a:p>
            <a:r>
              <a:t>- MSK のブローカーは allow.everyone.if.no.acl.found=false と auto.create.topics.enable=false（2026-10-10）。SCRAM の 3 つは Spark が入れる ACL のトピックにだけ書け、トピックは書き込みではできない（docs/architecture/resources/msk.md）。</a:t>
            </a:r>
          </a:p>
          <a:p>
            <a:r>
              <a:t>- 受け口: trap 162/udp、syslog 5140/udp、NetFlow 2055/udp、sFlow 6343/udp（lab の管理網 → NLB）。</a:t>
            </a:r>
          </a:p>
          <a:p>
            <a:r>
              <a:t>- STORES とトピックの対応、ジョブはまとまりごとに 1 つで 1 つ $0.21/h は docs/deploy.md の STORES の行。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アラートの集め方: docs/architecture/pipeline.md の「異常を見つけるのは Grafana と Splunk」。SNS のトピックは &lt;prefix&gt;-alerts（土台）。</a:t>
            </a:r>
          </a:p>
          <a:p>
            <a:r>
              <a:t>- 障害の履歴: Lambda graph-status が Firehose で S3 Tables の alert_events に追記（docs/architecture/pipeline.md の同じ箇条）。</a:t>
            </a:r>
          </a:p>
          <a:p>
            <a:r>
              <a:t>- 修復案は S3 Tables の proposal_events だけに置き、書くのは worker だけ（docs/architecture/workflow.md の「修復案の置き場」）。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正: docs/architecture/core.md の SG の表（IaC/terraform/aws-managed/base/core/security_groups.tf の local.sg_flows）。</a:t>
            </a:r>
          </a:p>
          <a:p>
            <a:r>
              <a:t>- 9098 は telegraf_dialout・spark・web（Kafbat UI）、9096 は syslog_ng・goflow2・gnmic。</a:t>
            </a:r>
          </a:p>
          <a:p>
            <a:r>
              <a:t>- 受ける側の 3 種は telegraf_dialout・syslog_ng・goflow2。NLB → 各タスクは 1162/udp と 8080、5140/udp と tcp、2055/udp・6343/udp と 8081（ヘルスチェック）。lab の管理網は 203.0.113.0/24。</a:t>
            </a:r>
          </a:p>
          <a:p>
            <a:r>
              <a:t>- ほかの行: spark → splunk 8088（HEC）、nautobot → nautobot_db 5432、msk どうし 9092〜9098、spark どうし全 TCP、Splunk のクラスター内 8089・9887・9997、lambda → splunk 8089（tools の Lambda の search_splunk。SG lambda を付ける 3 つの Lambda から届く。054）。</a:t>
            </a:r>
          </a:p>
          <a:p>
            <a:r>
              <a:t>- workflow の行: web → workflow 8233（Temporal UI）、workflow → nautobot_db 5432（Temporal の履歴。036）、workflow → workflow 6933〜6939 / 7233〜7239（Temporal のサーバーの membership と gRPC。デプロイ中の新旧 2 タスクどうし。自分宛てだけ）。</a:t>
            </a:r>
          </a:p>
          <a:p>
            <a:r>
              <a:t>- 開けていないもの: Temporal の gRPC 7233〜7239 と membership 6933〜6939 の workflow のタスクの外からの受信、Splunk の管理 API 8089 の splunk どうしと lambda 以外からの受信（runtime・web からは開けない）。Kafbat UI は Web の EC2 の中なので SG を通らない。</a:t>
            </a:r>
          </a:p>
          <a:p>
            <a:r>
              <a:t>- Neptune Analytics には SG が無く、neptune-graph-data のエンドポイント（443）で届く。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金額は東京の待機の時間課金で、AZ の数が既定のとき（ops/up.sh の費用の目安）。</a:t>
            </a:r>
          </a:p>
          <a:p>
            <a:r>
              <a:t>- 正は ops/up.sh の COST_CENTS の式（ops/up.sh の費用の目安。手順 0 の終わりのコメントと COST_CENTS）。機能ごとに式を切り出して計算した値: 土台 7 セント、AGENT +7、KB +35、PIPELINE +285（STORES 既定）、WORKFLOW +9、PIPELINE と土台 292、STORES=s3 だけ 199。README.md の「作るもの」と同じ。</a:t>
            </a:r>
          </a:p>
          <a:p>
            <a:r>
              <a:t>- 1 か月: $2.92 × 730 h ≈ $2,132（約 32 万円）。元のデッキ（$2.80/h、約 $2,000）から 013 の収集 4 種などで上がった。</a:t>
            </a:r>
          </a:p>
          <a:p>
            <a:r>
              <a:t>- PIPELINE の内訳: Neptune Analytics $0.58、STORES の grafana 約 $0.60、splunk 約 $0.34、Nautobot $0.13 と ecs のエンドポイント $0.014（docs/deploy.md の STORES と Nautobot の行）。</a:t>
            </a:r>
          </a:p>
          <a:p>
            <a:r>
              <a:t>- 作る時間は README.md の手順。PIPELINE の 40〜60 分のうち MSK だけで約 30 分（2026-10-09 の AWS で Creation complete after 30m0s）。</a:t>
            </a:r>
          </a:p>
          <a:p>
            <a:r>
              <a:t>- インターフェース型エンドポイントは 1 本 $0.014/h（1 AZ のとき）。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正: docs/deploy.md の「消す順」（ops/down.sh）。順は workflow → analytics → nautobot → graph → stream → lab → agent → base/core → base/ecr → Runtime のロググループ → SSM のパラメータ → MSK の SCRAM の secret と KMS の鍵。</a:t>
            </a:r>
          </a:p>
          <a:p>
            <a:r>
              <a:t>- analytics では Spark のジョブを cancel してから消す。nautobot の RDS は最後のスナップショットを取らない。</a:t>
            </a:r>
          </a:p>
          <a:p>
            <a:r>
              <a:t>- SSM のパラメータはタグ ManagedBy=ops/up.sh のものだけ。secret は Secrets Manager の AmazonMSK_&lt;prefix&gt;-syslog-ng / -goflow2 / -gnmic（コレクターごと）、鍵は alias/&lt;prefix&gt;-msk-scram。値は読まない。</a:t>
            </a:r>
          </a:p>
          <a:p>
            <a:r>
              <a:t>- Runtime の ENI が残るあいだは VPC 一式を残して他を消し、終了コード 0 で終わる。次の ops/up.sh が使い回す。</a:t>
            </a:r>
          </a:p>
          <a:p>
            <a:r>
              <a:t>- 20〜40 分残る ENI は graph・workflow・KB（&lt;prefix&gt;-kb-index）の Lambda のもの。</a:t>
            </a:r>
          </a:p>
          <a:p>
            <a:r>
              <a:t>- KEEP_ECR=1 の ECR は 7.39 GB で月 約 110 円（docs/deploy.md の「消したあとに残るもの」）。</a:t>
            </a:r>
          </a:p>
          <a:p>
            <a:r>
              <a:t>- base/logs（logs のバケット &lt;prefix&gt;-logs-&lt;アカウント&gt;）は消さない（ops/down.sh の頭のコメントと、終わりの「logs のバケット … は残す」の表示）。Firehose が書けなかった行を消したあとでも読むため。空のバケットは無料。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どれも SSM のポートフォワードを打ってから開く。正: README.md の「GUI の一覧」。開くコマンドは各ルートの terraform output（例 IaC/terraform/aws-managed/base/core の start_session_command）。</a:t>
            </a:r>
          </a:p>
          <a:p>
            <a:r>
              <a:t>- 要る機能: Web（チャット・トポロジ・承認）は土台、Kafbat UI は PIPELINE（stream。Web の EC2 の Docker。010 で ECS から移った）、Nautobot は PIPELINE、Grafana は PIPELINE の grafana、Splunk は PIPELINE の splunk、Temporal UI は WORKFLOW。</a:t>
            </a:r>
          </a:p>
          <a:p>
            <a:r>
              <a:t>- Splunk の cluster manager は 8001（SPLUNK_AZ_NUM が 2 か 3 のとき）。</a:t>
            </a:r>
          </a:p>
          <a:p>
            <a:r>
              <a:t>- lab の図（containerlab graph）: lab の EC2 で sudo lab graph が 127.0.0.1:50080 に出し、IaC/terraform/aws-managed/pipeline/lab の output graph_port_forward_command で localhost:50080 に開く（docs/pipeline.md）。AWS では未確認。</a:t>
            </a:r>
          </a:p>
          <a:p>
            <a:r>
              <a:t>- 元のタイトル「画面はどれも Web の EC2 を踏み台に localhost で開く」は、lab の図が加わって事実が変わったので直した。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2103120"/>
            <a:ext cx="100584" cy="1170432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" y="2029968"/>
            <a:ext cx="1019830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40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nwc-poc の構成（マネージド版）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3529584"/>
            <a:ext cx="101983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800" b="0" i="0">
                <a:solidFill>
                  <a:srgbClr val="595959"/>
                </a:solidFill>
                <a:latin typeface="Lato"/>
                <a:ea typeface="Noto Sans JP"/>
                <a:cs typeface="Noto Sans JP"/>
              </a:rPr>
              <a:t>機器のデータを集めて貯め、異常を AI が調べ、人の承認で直す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4279392"/>
            <a:ext cx="101983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2026-10-12  /  docs/architecture/、README.md、docs/deploy.md、ops/up.sh・down.sh、IaC/terraform/aws-managed/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データは左から右へ流れ、修復だけが lab へ戻る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閉域の中で、できる限りマネージドサービスで組む。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87092"/>
            <a:ext cx="500314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行き: 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18536"/>
            <a:ext cx="5003140" cy="202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lab の SR Linux 6 台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収集 4 種（ECS）→ MSK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Spark → 格納先 4 つ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アラート → SNS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8" y="2387092"/>
            <a:ext cx="500314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戻り: 修復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308" y="3018536"/>
            <a:ext cx="5003140" cy="202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SQS → Temporal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エージェントが修復を提案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人が Web で承認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SSM で lab を直す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10 の Terraform ルートを ops/up.sh が順に作る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755648"/>
          <a:ext cx="5003140" cy="2971188"/>
        </p:xfrm>
        <a:graphic>
          <a:graphicData uri="http://schemas.openxmlformats.org/drawingml/2006/table">
            <a:tbl>
              <a:tblPr firstRow="1" bandRow="0"/>
              <a:tblGrid>
                <a:gridCol w="2501570"/>
                <a:gridCol w="2501570"/>
              </a:tblGrid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ルート（数）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中身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base/ecr（6）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ECR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base/logs（6）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logs のバケット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base/core（41）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VPC・閉域・SG・Web・SNS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agent（22）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Runtime・ガードレール・KB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workflow（37）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Temporal・MCP・SQS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4964580"/>
            <a:ext cx="5003140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数は tf の resource ブロックの数（実数ではない）。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47308" y="1755648"/>
          <a:ext cx="5003140" cy="2971188"/>
        </p:xfrm>
        <a:graphic>
          <a:graphicData uri="http://schemas.openxmlformats.org/drawingml/2006/table">
            <a:tbl>
              <a:tblPr firstRow="1" bandRow="0"/>
              <a:tblGrid>
                <a:gridCol w="2501570"/>
                <a:gridCol w="2501570"/>
              </a:tblGrid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pipeline/（数）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中身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lab（7）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lab の EC2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stream（57）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MSK・収集 4 種・NLB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graph（11）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Neptune・status Lambda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nautobot（16）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Nautobot・RDS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analytics（54）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EMR・格納先・Grafana・Splunk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データは収集から 6 段で進み、エージェントは最後に呼ばれる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426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1 収集: 4 種のコレクターが MSK のトピック 5 つへ書く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2 格納: Spark が STORES の格納先へ書き分ける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3 可視化: Grafana がログとメトリクス、Splunk が全部を見せる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4 アラート: 同じ 4 種を SNS へ出し、Neptune の status を変える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5 ワークフロー: link_down だけが人の承認を経て lab を直す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6 エージェント: MCP ツールで調べ、原因と修復案を返す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収集から格納まで: Spark が STORES のまとまりごとに書き分ける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gnmic は取りに行き、ほかの 3 種は内部 NLB の裏で受ける。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387092"/>
          <a:ext cx="10509199" cy="2923032"/>
        </p:xfrm>
        <a:graphic>
          <a:graphicData uri="http://schemas.openxmlformats.org/drawingml/2006/table">
            <a:tbl>
              <a:tblPr firstRow="1" bandRow="0"/>
              <a:tblGrid>
                <a:gridCol w="3503066"/>
                <a:gridCol w="3503066"/>
                <a:gridCol w="3503067"/>
              </a:tblGrid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STORES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格納先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トピック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S3 Tables（raw_telemetry）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全部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grafana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OpenSearch Serverless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traps・logs・flows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grafana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AMP（Prometheus）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metrics・gnmi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splunk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Splunk の HEC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全部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検知から修復まで: アラートは SNS に集まり、link_down だけが承認つきの修復へ進む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70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Grafana のルール 4 つと Splunk の保存済みサーチ 3 つが、同じ 4 種を SNS へ出す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SNS から status Lambda が Neptune の status を書き、Firehose が </a:t>
            </a:r>
            <a:r>
              <a:rPr sz="1879" b="0" i="0">
                <a:solidFill>
                  <a:srgbClr val="1A1A1A"/>
                </a:solidFill>
                <a:latin typeface="Menlo"/>
                <a:ea typeface="Menlo"/>
                <a:cs typeface="Menlo"/>
              </a:rPr>
              <a:t>alert_events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 に残す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link_down だけが SQS から Temporal のワークフローを起こす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エージェントが原因を調べて修復を提案し、人が Web の承認タブで承認する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承認すると SSM Run Command で lab を直す。提案の履歴は worker だけが書く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SG は用途ごとのポートだけを開け、外からの受信は経路ごと無い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755648"/>
          <a:ext cx="10509199" cy="3858006"/>
        </p:xfrm>
        <a:graphic>
          <a:graphicData uri="http://schemas.openxmlformats.org/drawingml/2006/table">
            <a:tbl>
              <a:tblPr firstRow="1" bandRow="0"/>
              <a:tblGrid>
                <a:gridCol w="3503066"/>
                <a:gridCol w="3503066"/>
                <a:gridCol w="3503067"/>
              </a:tblGrid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送り元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宛先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ポート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全ワークロード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エンドポイント・S3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443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93497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web（踏み台）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grafana・splunk・workflow・nautobot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3000・8000・8233・8080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収集 4 種・spark・web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msk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9098（IAM）・9096（SCRAM）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lab の管理網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NLB → 受ける側の 3 種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162・5140・2055・6343/udp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gnmic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lab の管理網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57400（gNMI）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PIPELINE を既定のまま 1 か月置くと約 $2,100 になる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755648"/>
          <a:ext cx="10509199" cy="2807716"/>
        </p:xfrm>
        <a:graphic>
          <a:graphicData uri="http://schemas.openxmlformats.org/drawingml/2006/table">
            <a:tbl>
              <a:tblPr firstRow="1" bandRow="0"/>
              <a:tblGrid>
                <a:gridCol w="3503066"/>
                <a:gridCol w="3503066"/>
                <a:gridCol w="3503067"/>
              </a:tblGrid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機能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時間課金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作る時間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土台（必ず）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約 $0.07/h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記載なし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AGENT=1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約 $0.07/h（KB +$0.35）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10〜15 分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PIPELINE=1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約 $2.85/h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40〜60 分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WORKFLOW=1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約 $0.09/h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記載なし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4801108"/>
            <a:ext cx="10509199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PIPELINE と土台で約 $2.92/h、STORES=s3 だけなら約 $1.99/h。使い終わったら当日中に </a:t>
            </a:r>
            <a:r>
              <a:rPr sz="1879" b="0" i="0">
                <a:solidFill>
                  <a:srgbClr val="1A1A1A"/>
                </a:solidFill>
                <a:latin typeface="Menlo"/>
                <a:ea typeface="Menlo"/>
                <a:cs typeface="Menlo"/>
              </a:rPr>
              <a:t>ops/down.sh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 で消す。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ops/down.sh は作った逆の順に消し、Runtime の ENI だけが最大 8 時間残る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77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base/logs を除く 9 つのルートを workflow から base/ecr まで逆の順に消す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続けて Runtime のロググループ、SSM のパラメータ、MSK の SCRAM の secret を消す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KMS の鍵は削除を予約する（7 日後に消える）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504" b="0" i="0">
                <a:solidFill>
                  <a:srgbClr val="1A1A1A"/>
                </a:solidFill>
                <a:latin typeface="Menlo"/>
                <a:ea typeface="Menlo"/>
                <a:cs typeface="Menlo"/>
              </a:rPr>
              <a:t>KEEP_ECR=1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 なら ECR を残す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Runtime の ENI が外れるまで VPC・サブネット・runtime の SG が残る（課金なし）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Lambda の ENI は 20〜40 分残り、裏で消す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logs のバケットは意図して残す（中身は 7 日で消える）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画面は Web の EC2 を踏み台に localhost で開き、lab の図だけは lab の EC2 から開く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500314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Web の EC2 を踏み台に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87092"/>
            <a:ext cx="5003140" cy="303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Web: 8080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Kafbat UI: 8082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Nautobot: 8081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Grafana: 3000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Splunk: 8000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Temporal UI: 8233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7308" y="1755648"/>
            <a:ext cx="500314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lab の EC2 から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8" y="2387092"/>
            <a:ext cx="5003140" cy="1010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lab の図: 50080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先に </a:t>
            </a:r>
            <a:r>
              <a:rPr sz="1879" b="0" i="0">
                <a:solidFill>
                  <a:srgbClr val="1A1A1A"/>
                </a:solidFill>
                <a:latin typeface="Menlo"/>
                <a:ea typeface="Menlo"/>
                <a:cs typeface="Menlo"/>
              </a:rPr>
              <a:t>sudo lab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