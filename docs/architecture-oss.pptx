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元の 2 枚目は絵だったが、外した部品（ECS の Kafbat UI、Telegraf の dialin）と古い収集が描かれていたので 2 列の箇条書きにした（docs/cycles/021-architecture-decks/build.md）。</a:t>
            </a:r>
          </a:p>
          <a:p>
            <a:r>
              <a:t>- 接頭辞は &lt;owner&gt;-nwc-oss（マネージド版は &lt;owner&gt;-nwc-poc）。Terraform のルートと state も IaC/terraform/oss/ の下で別（docs/oss-variant.md）。</a:t>
            </a:r>
          </a:p>
          <a:p>
            <a:r>
              <a:t>- 何を何に替えたかは次の 3 枚目。収集 4 種は gnmic・Telegraf（trap）・syslog-ng・GoFlow2 で、マネージド版と同じ。</a:t>
            </a:r>
          </a:p>
          <a:p>
            <a:r>
              <a:t>- Nautobot の Job から Neo4j への同期は、元のデッキ（2026-10-08 版）では未接続だったが、いまはつながっている。2026-10-08 に AWS で、手で打つ Job と JobHook の両方が Neo4j に書いた（docs/oss-variant.md、docs/verification/20261008-oss-aws.md）。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正: docs/oss-variant.md の対応表。OSS 版の正式な名前は Apache Kafka（KRaft）、Apache Spark 3.5、OpenSearch、VictoriaMetrics のクラスター（vminsert・vmselect・vmstorage）、Neo4j Community Edition + GDS。</a:t>
            </a:r>
          </a:p>
          <a:p>
            <a:r>
              <a:t>- 変えないもの（マネージドのまま）: AgentCore・Bedrock・S3 Tables・RDS・ECS Fargate・SNS・SQS・Lambda・CloudWatch Logs・SSM・閉域。元のデッキは本文に並べていたが、文字を 20 pt に保つため本文は代表の 3 つにして、全部をここに書いた。</a:t>
            </a:r>
          </a:p>
          <a:p>
            <a:r>
              <a:t>- 手順書の検索（Bedrock のナレッジベース + OpenSearch Serverless）はマネージドのまま変えないが、ops/oss/up.sh はナレッジベースを作らない（CREATE_KB も読まない）。元のデッキは「変えないもの」に KB を入れていたが、OSS 版では作られないので外して、ここに書いた。</a:t>
            </a:r>
          </a:p>
          <a:p>
            <a:r>
              <a:t>- マネージド版の固有機能に頼った箇所: centrality（neptune.algo → GDS の gds.degree / gds.closeness / gds.wcc）、グラフへの問い合わせ（neptune-graph の execute_query → Bolt のドライバ、GRAPH_BACKEND=neo4j）。</a:t>
            </a:r>
          </a:p>
          <a:p>
            <a:r>
              <a:t>- GDS の jar は GPLv3。Community 版の GDS は並列 4 コアまで、モデル 3 つまで。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タスクの数: Kafka は AZ に 1 つで 3、Spark はジョブ（iceberg・splunk・http）に 1 つで 3、OpenSearch はデータ 2・まとめ役 1、VictoriaMetrics は vminsert 1・vmselect 1・vmstorage 3（複製数 2）、Neo4j は単独 1。3 + 3 + 3 + 5 + 1 = 15。</a:t>
            </a:r>
          </a:p>
          <a:p>
            <a:r>
              <a:t>- 大きさは各ルートの variables の既定値: Kafka 1024 / 2048、Spark 2048 / 4096、OpenSearch のデータ 1024 / 4096・まとめ役 512 / 1024、VictoriaMetrics 512 / 1024（5 つとも）、Neo4j 1024 / 4096。</a:t>
            </a:r>
          </a:p>
          <a:p>
            <a:r>
              <a:t>- Spark の S3 は checkpoint（Kafka の offset）。OpenSearch と Neo4j はネットワークファイルシステムを避けるので EFS を使わず、タスクの一時領域に置く。OpenSearch のデータの台は一時領域 30 GiB。</a:t>
            </a:r>
          </a:p>
          <a:p>
            <a:r>
              <a:t>- イメージ（ops/oss/oss-images.sh）: apache/kafka:4.3.1、apache/spark:3.5.9（自前）、opensearchproject/opensearch:3.9.0、victoriametrics/*:v1.153.0-cluster、neo4j:2026.09.0-community + GDS。</a:t>
            </a:r>
          </a:p>
          <a:p>
            <a:r>
              <a:t>- 元のデッキの「これに Kafbat UI がもう 1 個」は外した。Kafbat UI（v1.5.0）は 010 から Web の EC2 の Docker で動き、Fargate のタスクではない（docs/oss-variant.md）。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数は tf の resource ブロックの数（ルートの *.tf をつないで grep -c '^resource "'。シンボリックリンクの先も数える。2026-10-12、docs/166-docs-sync bddbcb7）。count・for_each で増える実数ではない。</a:t>
            </a:r>
          </a:p>
          <a:p>
            <a:r>
              <a:t>- マネージド版の数は stream 57、graph 11、analytics 54、base/core 41（base/core はマネージド版と同じファイル。2026-10-10 の数えの 39 から 2 つ増えた）。</a:t>
            </a:r>
          </a:p>
          <a:p>
            <a:r>
              <a:t>- 2026-10-09 の数え（graph 23・analytics 79、マネージド版 10・53）から 1 つずつ増えた。元のデッキの stream 46 は、013 で収集 4 種（gnmic・syslog-ng・GoFlow2）が入って 66 になった。</a:t>
            </a:r>
          </a:p>
          <a:p>
            <a:r>
              <a:t>- 自分のファイル: stream は kafka.tf、graph は access・neo4j・outputs・sync、analytics は grafana・locals・network・opensearch・outputs・spark・victoriametrics。残りはマネージド版のファイルへのシンボリックリンクと oss.auto.tfvars（project = "nwc-oss"）。</a:t>
            </a:r>
          </a:p>
          <a:p>
            <a:r>
              <a:t>- ほかの 7 つ（base/ecr・base/logs・base/core・agent・workflow・pipeline/lab・pipeline/nautobot）は IaC/terraform/aws-managed/ の同じルートへのシンボリックリンクに oss.auto.tfvars を足しただけ。</a:t>
            </a:r>
          </a:p>
          <a:p>
            <a:r>
              <a:t>- base/core の oss.tf はマネージド版と共通のファイル（IaC/terraform/aws-managed/base/core/oss.tf）。var.project が nwc-oss のときだけ SG と EFS を作る。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元の 6 枚目は絵だったが、1 段目に古い収集（Telegraf が trap・syslog を受け gNMI・SNMP を取る）が描かれていたので、マネージド版の 4 枚目と同じ形の箇条書きにした（build.md）。</a:t>
            </a:r>
          </a:p>
          <a:p>
            <a:r>
              <a:t>- 1: gnmic・Telegraf（trap）・syslog-ng・GoFlow2 が Kafka の 9092 へ書く。トピックは metrics・gnmi・traps・logs・flows で、マネージド版と同じ。</a:t>
            </a:r>
          </a:p>
          <a:p>
            <a:r>
              <a:t>- 2: Spark のジョブは iceberg（S3 Tables）・splunk（HEC）・http（OpenSearch と VictoriaMetrics の vminsert）。格納先 4 つは S3 Tables・OpenSearch・VictoriaMetrics・Splunk で、ops/oss/up.sh はいつも 4 つとも作る。</a:t>
            </a:r>
          </a:p>
          <a:p>
            <a:r>
              <a:t>- 3: Grafana のデータソースは OpenSearch と vmselect（PromQL）。</a:t>
            </a:r>
          </a:p>
          <a:p>
            <a:r>
              <a:t>- 4・5: SNS → status の Lambda が Neo4j の status を書く。link_down は SQS → Temporal → Web の承認タブ → SSM Run Command（マネージド版と同じ）。</a:t>
            </a:r>
          </a:p>
          <a:p>
            <a:r>
              <a:t>- 6: エージェントの centrality は GDS、root_cause と topology_graph の source は neo4j（docs/oss-variant.md）。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MSK の SG とその行を外し、表の行を足した。ほかの行はマネージド版のまま（元のデッキのリード文。文字を 20 pt に保つためここへ移した）。</a:t>
            </a:r>
          </a:p>
          <a:p>
            <a:r>
              <a:t>- 正: IaC/terraform/aws-managed/base/core/oss.tf の SG の行。</a:t>
            </a:r>
          </a:p>
          <a:p>
            <a:r>
              <a:t>- 9092 の収集 4 種は telegraf_dialout・gnmic・syslog_ng・goflow2。web は Web の EC2 の Kafbat UI（元のデッキの kafka_ui の SG は 010 で無くなった）。</a:t>
            </a:r>
          </a:p>
          <a:p>
            <a:r>
              <a:t>- victoriametrics: spark が書く 8480（vminsert）、grafana・runtime・lambda が読む 8481（vmselect）。</a:t>
            </a:r>
          </a:p>
          <a:p>
            <a:r>
              <a:t>- EFS の policy は TLS でない接続を拒む。</a:t>
            </a:r>
          </a:p>
          <a:p>
            <a:r>
              <a:t>- ノードどうし: kafka 9092〜9093、opensearch 9300、victoriametrics 8400〜8401。</a:t>
            </a:r>
          </a:p>
          <a:p>
            <a:r>
              <a:t>- web → neo4j 7474 は Neo4j Browser（SSM のポートフォワード）。</a:t>
            </a:r>
          </a:p>
          <a:p>
            <a:r>
              <a:t>- 新しい SG（kafka・opensearch・victoriametrics・neo4j など）はエンドポイントと S3 へ 443。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作る順（ROOTS は ops/oss/up.sh の手順 0「道具と認証」の中で決める）: base/ecr → base/logs → base/core → agent → lab → stream → graph → nautobot → analytics → workflow。</a:t>
            </a:r>
          </a:p>
          <a:p>
            <a:r>
              <a:t>- ops/oss/down.sh はこの逆の順に 9 ルートを消し、base/logs（logs のバケット）は残す（ops/oss/down.sh の頭のコメントと、終わりの「logs のバケット … は残す」の表示）。</a:t>
            </a:r>
          </a:p>
          <a:p>
            <a:r>
              <a:t>- 元のタイトルの oss/ops/up.sh は、017 で ops/oss/up.sh に移ったので直した（中身の主張は同じ）。</a:t>
            </a:r>
          </a:p>
          <a:p>
            <a:r>
              <a:t>- 1 台ずつの入れ替えは ops/oss/roll-nodes.sh。stream と analytics の apply の前に、変わる台をリーダーでない方から 1 台ずつ apply し、間で健全に戻るのを ECS Exec で待つ。OSS_ROLL=0 で一度に入れ替える（docs/oss-variant.md）。2026-10-08 の 2 回目で Kafka の 3 台を入れ替えて rc=0（13 分 57 秒）。標準入力が端末でないときに付ける疑似端末のうち、Linux の script -q -c の形は AWS では未確認。</a:t>
            </a:r>
          </a:p>
          <a:p>
            <a:r>
              <a:t>- 39 分 05 秒（rc=0）と約 $1.55/h は docs/verification/20261008-oss-aws.md（見積もりは公開の価格表から。請求書では確かめていない）。マネージド版（約 $2.92/h）の約半分。</a:t>
            </a:r>
          </a:p>
          <a:p>
            <a:r>
              <a:t>- 21.5 vCPU は 10-08 の 22 サービスで測った値（ARM 19.5 + Splunk の x86 2）。その後に外れた部品があるので、いまの構成での値は測っていない。</a:t>
            </a:r>
          </a:p>
          <a:p>
            <a:r>
              <a:t>- 元のデッキの「EFS は $0.36 / GB 月。時間課金の合計と所要時間は docs にまだ無い」は、10-08 の記録で合計と所要時間が出たので置き換えた。EFS の単価は docs/cycles/005-oss-on-ecs/design.md。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正: docs/verification/20261008-oss-aws.md。1 回目は 2026-10-07（元のデッキの 9 枚目）。</a:t>
            </a:r>
          </a:p>
          <a:p>
            <a:r>
              <a:t>- 全体: lab でリンクを落とすと、アラート → Temporal のワークフロー → 修復案 → 承認 → 修復 → verified まで一続きで通った。異常の検知は約 2 分、承認から verified まで 76 秒。エージェントの centrality・search_logs・query_metrics が答えた。</a:t>
            </a:r>
          </a:p>
          <a:p>
            <a:r>
              <a:t>- 1 台ずつ止めた: kafka-2・vmstorage-2・opensearch-2。Kafka は metrics が増え続け、OpenSearch は yellow で 33 件を検索でき、VictoriaMetrics の最新の値の古さは 8.9 秒。21:37:54（UTC）に green・under-replicated 0 に戻った。</a:t>
            </a:r>
          </a:p>
          <a:p>
            <a:r>
              <a:t>- Kafka の入れ替え: 1 回目は端末の無いシェルで ECS Exec が EOF で切れて止まり、疑似端末を付けた 2 回目で rc=0。</a:t>
            </a:r>
          </a:p>
          <a:p>
            <a:r>
              <a:t>- Neo4j: Nautobot の Job と JobHook が書いた。止めたあと sync-graph --oss と Job の 2 段で戻った（変更履歴 19 件）。</a:t>
            </a:r>
          </a:p>
          <a:p>
            <a:r>
              <a:t>- Spark: S3 Tables 59,991 行（21:28）。Splunk は gnmi 352・logs 14・metrics 66,946・traps 5（120 分の窓）。</a:t>
            </a:r>
          </a:p>
          <a:p>
            <a:r>
              <a:t>- down.sh は rc=1（1 時間 41 分 49 秒）。時間課金のあるものは全部消え、Runtime の ENI に掴まれた VPC 一式、SSM のパラメータ 1 つ、KEEP_ECR=1 の ECR 18 個が残った（どれも時間課金なし）。rc=1 は同じ名前の VPC が 2 つあったための不具合（記録の「不具合」5）。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正: docs/oss-variant.md の「AWS で確かめたこと」の表の右の列。</a:t>
            </a:r>
          </a:p>
          <a:p>
            <a:r>
              <a:t>- 設計のリスクから: OpenSearch はデータの 2 台が同時に落ちるとデータが消える。</a:t>
            </a:r>
          </a:p>
          <a:p>
            <a:r>
              <a:t>- 元のデッキの「Kafka と OpenSearch の入れ替え（ローリング）は未実装」「Nautobot の Job → Neo4j の同期は未接続」は、どちらも 2026-10-08 までに入って AWS で確かめたので外した。</a:t>
            </a:r>
          </a:p>
          <a:p>
            <a:r>
              <a:t>- そのほか未確認: ops/oss/roll-nodes.sh の Linux の script -q -c の形、21.5 vCPU のいまの構成での値。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103120"/>
            <a:ext cx="100584" cy="1170432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" y="2029968"/>
            <a:ext cx="1019830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4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nwc-poc の構成（OSS 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3529584"/>
            <a:ext cx="101983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595959"/>
                </a:solidFill>
                <a:latin typeface="Lato"/>
                <a:ea typeface="Noto Sans JP"/>
                <a:cs typeface="Noto Sans JP"/>
              </a:rPr>
              <a:t>マネージドの 5 つを ECS の OSS に置き換え、ほかはマネージド版と同じにする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4279392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2026-10-12  /  docs/oss-variant.md、docs/cycles/005-oss-on-ecs/design.md、IaC/terraform/oss/、IaC/terraform/aws-managed/base/core/oss.tf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置き換えたのは 5 つだけで、データの流れはマネージド版と同じ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接頭辞も state も別なので、マネージド版と名前はぶつからない。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87092"/>
            <a:ext cx="500314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置き換えた 5 つ（ECS）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18536"/>
            <a:ext cx="5003140" cy="252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Kafka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Spark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OpenSearch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VictoriaMetrics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Neo4j + GDS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8" y="2387092"/>
            <a:ext cx="500314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そのまま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8" y="3018536"/>
            <a:ext cx="5003140" cy="252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lab と収集 4 種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S3 Tables・Splunk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SNS・SQS・Temporal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エージェントと Web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Nautobot と 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5 つのマネージドを、ECS で動かす OSS に 1 対 1 で替えた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3461512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役割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マネージド版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OSS 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MSK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Kafka（KRaft）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ストリーム処理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EMR Serverless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Spark 3.5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ログの検索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OpenSearch Serverless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OpenSearch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メトリクス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AMP（Prometheus）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VictoriaMetrics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トポロジのグラフ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Neptune Analytics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Neo4j CE + GDS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5454904"/>
            <a:ext cx="10509199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そのほか（AgentCore・S3 Tables・SNS など）は変えない。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置き換えの 5 つは Fargate のタスク 15 個で動く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数字はタスク 1 つの vCPU / メモリの既定値。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387092"/>
          <a:ext cx="10509199" cy="3346196"/>
        </p:xfrm>
        <a:graphic>
          <a:graphicData uri="http://schemas.openxmlformats.org/drawingml/2006/table">
            <a:tbl>
              <a:tblPr firstRow="1" bandRow="0"/>
              <a:tblGrid>
                <a:gridCol w="2627299"/>
                <a:gridCol w="2627299"/>
                <a:gridCol w="2627299"/>
                <a:gridCol w="2627302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OSS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タスク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大きさ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データ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 / 2 GB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EFS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Spark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2 / 4 GB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OpenSearch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 / 4 GB ほか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一時領域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VictoriaMetrics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0.5 / 1 GB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EFS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Neo4j + GDS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 / 4 GB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一時領域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ルートはマネージド版と同じ 10 で、自分のファイルを持つのは 3 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置き場は IaC/terraform/oss/。ほかの 7 つは aws-managed/ へのリンクだけ。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780792"/>
          <a:ext cx="10509199" cy="2807716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ルート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OSS 版で替えたもの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数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pipeline/stream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MSK → Kafka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66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pipeline/graph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Neptune → Neo4j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24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pipeline/analytics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EMR・OpenSearch・AMP → ECS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80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base/core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oss.tf の SG・EFS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41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データの流れも 6 段のままで、格納とグラフの置き場だけが替わる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426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 収集: 4 種のコレクターが Kafka のトピック 5 つへ書く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2 格納: ECS の Spark 3 つが格納先 4 つへ書き分ける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3 可視化: Grafana がログとメトリクス、Splunk が全部を見せる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4 アラート: 同じ 4 種を SNS へ出し、Neo4j の status を変える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5 ワークフロー: link_down だけが人の承認を経て lab を直す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6 エージェント: MCP ツールで調べ、Neo4j と GDS で答える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OSS への通信は SG だけで絞り、Kafka は認証の無い 9092 で受ける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4088638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送り元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宛先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ポート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収集 4 種・spark・web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9092（認証なし）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kafka・victoriametrics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efs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2049（NFS・TLS）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spark・grafana・runtime・lambda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opensearch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9200（REST）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spark・grafana・runtime・lambda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victoriametrics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8480・8481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93497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web・runtime・lambda・workflow・nautobot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neo4j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7687（Bolt）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ops/oss/up.sh は同じ 10 ルートを作り、down.sh が base/logs を残して逆の順に消す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426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格納先は 4 つ全部と Grafana をいつも作る。KB は作らない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打ち直しでは Kafka と OpenSearch を 1 台ずつ入れ替える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消すのは接頭辞 </a:t>
            </a:r>
            <a:r>
              <a:rPr sz="1879" b="0" i="0">
                <a:solidFill>
                  <a:srgbClr val="1A1A1A"/>
                </a:solidFill>
                <a:latin typeface="Menlo"/>
                <a:ea typeface="Menlo"/>
                <a:cs typeface="Menlo"/>
              </a:rPr>
              <a:t>&lt;owner&gt;-nwc-oss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 のものだけ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79" b="0" i="0">
                <a:solidFill>
                  <a:srgbClr val="1A1A1A"/>
                </a:solidFill>
                <a:latin typeface="Menlo"/>
                <a:ea typeface="Menlo"/>
                <a:cs typeface="Menlo"/>
              </a:rPr>
              <a:t>KEEP_ECR=1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 なら ECR を残す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10-08 は 39 分で立ち、時間課金は約 $1.55/h の見積もり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Fargate の vCPU を 21.5 使う（上限 30。10-08 に測った値）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2026-10-08 に AWS で 2 回目を立て、5 つとも動いて端から端までつながった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3692144"/>
        </p:xfrm>
        <a:graphic>
          <a:graphicData uri="http://schemas.openxmlformats.org/drawingml/2006/table">
            <a:tbl>
              <a:tblPr firstRow="1" bandRow="0"/>
              <a:tblGrid>
                <a:gridCol w="5254599"/>
                <a:gridCol w="5254600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OSS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確かめたこと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 台止めても受け続け、1 台ずつ入れ替えられた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OpenSearch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 台止めると yellow で検索でき、green に戻った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VictoriaMetrics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396 系列。vmstorage を 1 台止めても欠けない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Neo4j + GDS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Job が Neo4j に書き、止めても 2 段で戻った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Spark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S3 Tables に 59,991 行。Splunk ほかにも入った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未確認は 4 つで、2 つはマネージド版と並べないと確かめられない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2807716"/>
        </p:xfrm>
        <a:graphic>
          <a:graphicData uri="http://schemas.openxmlformats.org/drawingml/2006/table">
            <a:tbl>
              <a:tblPr firstRow="1" bandRow="0"/>
              <a:tblGrid>
                <a:gridCol w="5254599"/>
                <a:gridCol w="5254600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分かっていないこと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Kafka（EFS）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日単位で流したときの遅さやロック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VictoriaMetrics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vminsert だけが起き直したとき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Neo4j + GDS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Neptune と同じ並びになるか（並べる要）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並べて立てる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vCPU の上限 30 に OSS 版だけで 21.5（並べる要）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