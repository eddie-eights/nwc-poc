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- 6 台は dc1-spine-01/02、dc1-s-leaf-01/02、dc1-a-leaf-01/02。TRex は dc1-trex-01（app/containerlab/gen_lab.py）。</a:t>
            </a:r>
          </a:p>
          <a:p>
            <a:r>
              <a:t>- SR Linux の機種は ixr-d2l（ライセンス不要）。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spine と leaf は全組み合わせを結ぶ。spine 側のポートは ethernet-1/&lt;leaf の番号&gt;、leaf 側のポートは ethernet-1/&lt;spine の番号&gt;。</a:t>
            </a:r>
          </a:p>
          <a:p>
            <a:r>
              <a:t>- TRex は負荷試験のときだけ、利用者とサーバーの代わりにパケットを流す（app/containerlab/gen_lab.py）。</a:t>
            </a:r>
          </a:p>
          <a:p>
            <a:r>
              <a:t>- 図は Claude のデッキ（https://claude.ai/artifact/3DtfxGFkTehxxwRpHRcB8u）の 3 枚目にある。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a-leaf / s-leaf の a と s の意味は依頼の名前のままで、確かめていない（docs/cycles/011-lab-isis-trex-x86/design.md の未確定事項 1）。</a:t>
            </a:r>
          </a:p>
          <a:p>
            <a:r>
              <a:t>- TRex の組は trex/trex_cfg.yaml.in（port 0 ↔ 1 が s-leaf の組、port 2 ↔ 3 が a-leaf の組）。mac-vrf の ecmp は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この lab では spine と leaf の間がこの形（IP で運ぶ）なので、a-leaf-01 のポートと a-leaf-02 のポートは、そのままでは同じ LAN にならない。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本体のアドレス: spine は 10.255.0.1 / .2、WAN 側 leaf は 10.255.1.1 / .2、DC 側 leaf は 10.255.2.1 / .2。</a:t>
            </a:r>
          </a:p>
          <a:p>
            <a:r>
              <a:t>- ケーブル 1 本ごとの区間には 172.16.x.y/31 が付いているが、宛先にするのは本体のアドレス。ポートが 1 本切れても本体のアドレスは消えない。</a:t>
            </a:r>
          </a:p>
          <a:p>
            <a:r>
              <a:t>- IS-IS は level 2、point-to-point、インスタンス名 main（app/containerlab/gen_lab.py）。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この段階ではまだ TRex のパケットは運べない。leaf 本体同士が IP で届く土台ができただけ。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BGP は、ルーター同士が「自分はこの宛先を知っている」と知らせ合う仕組み。その BGP で IP の経路ではなく MAC アドレスの居場所を知らせる使い方が EVPN。</a:t>
            </a:r>
          </a:p>
          <a:p>
            <a:r>
              <a:t>- 6 台は同じ組織なので全員が同じ AS 番号 65100 を名乗る。共有する LAN には番号 100（VNI）を付け、同じ番号の leaf 同士だけが MAC アドレスの情報を受け取る。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- 10.255.2.2 への送り方は仕組み 1 の経路表に書いてある。</a:t>
            </a:r>
          </a:p>
          <a:p>
            <a:r>
              <a:t>- iBGP AS 65100、EVPN だけ、ループバック同士で張る。spine が route reflector で cluster-id は自分のループバック。</a:t>
            </a:r>
          </a:p>
          <a:p>
            <a:r>
              <a:t>- mac-vrf macvrf-100: EVI 100、VNI 100、route-target 65100:100。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spine-01 経由と spine-02 経由は同じ長さなので、leaf が組ごとに 2 本へ振り分ける（ECMP）。1 本切れればもう一方だけになる。</a:t>
            </a:r>
          </a:p>
          <a:p>
            <a:r>
              <a:t>- 相手の MAC アドレスを聞く ARP は LAN 全体宛てなので、a-leaf-01 は同じ LAN 番号 100 の leaf 全部へ複製して送る（ingress replication）。返事が来れば以後は 1 対 1。</a:t>
            </a:r>
          </a:p>
          <a:p>
            <a:r>
              <a:t>- port 0 ↔ port 1 は s-leaf-01 と s-leaf-02 の間で同じ 5 段階。4 台の leaf 全部が 1 つの LAN。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SNMP trap 162/udp → Telegraf → MSK の traps。syslog 5140/udp → syslog-ng → logs。gNMI 57400 ← gnmic → gnmi（状態の変化）と metrics（60 秒ごとの数字）。</a:t>
            </a:r>
          </a:p>
          <a:p>
            <a:r>
              <a:t>- 宛先 203.0.113.1 は lab の EC2 で、iptables の DNAT で NLB へ転送する（docs/pipeline.md）。</a:t>
            </a:r>
          </a:p>
          <a:p>
            <a:r>
              <a:t>- 後ろは Spark → OpenSearch / Prometheus / S3 Tables / Splunk、アラートは SNS → Lambda → Neptune。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- 2026-10-08 の依頼では「ISIS / SR-MPLS」の構成が挙がっていた。</a:t>
            </a:r>
          </a:p>
          <a:p>
            <a:r>
              <a:t>- docs/cycles/011-lab-isis-trex-x86/design.md。gen_lab.py の type を ixr-6e にし license を付ける。</a:t>
            </a:r>
          </a:p>
          <a:p>
            <a:r>
              <a:t>- Neptune の構成図は vtep を SR のラベルと読み替えるだけで、id と edge は変えない（docs/data-stores.md）。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103120"/>
            <a:ext cx="100584" cy="1170432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" y="2029968"/>
            <a:ext cx="1019830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4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lab の構成と通信の流れ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3529584"/>
            <a:ext cx="101983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800" b="0" i="0">
                <a:solidFill>
                  <a:srgbClr val="595959"/>
                </a:solidFill>
                <a:latin typeface="Lato"/>
                <a:ea typeface="Noto Sans JP"/>
                <a:cs typeface="Noto Sans JP"/>
              </a:rPr>
              <a:t>はじめての人向け。スイッチ 6 台と TRex 1 台で、離れた 2 台のスイッチにつないだケーブルを同じ LAN に見せる 3 つの仕組み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4279392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2026-10-10  /  app/containerlab/gen_lab.py、trex/、docs/cycles/011-lab-isis-trex-x86/design.md、docs/pipeline.md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761488"/>
            <a:ext cx="100584" cy="932688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" y="2340864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2724912"/>
            <a:ext cx="101983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32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この lab は何をする場所か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3950208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400" b="0" i="0">
                <a:solidFill>
                  <a:srgbClr val="595959"/>
                </a:solidFill>
                <a:latin typeface="Lato"/>
                <a:ea typeface="Noto Sans JP"/>
                <a:cs typeface="Noto Sans JP"/>
              </a:rPr>
              <a:t>本物のスイッチ OS を 6 台動かし、テスト用のパケットを流し、起きたことを AWS に集めます。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この lab は、パケットを流し、運び、起きたことを見る場所です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5003140" cy="354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8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流す: TRex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47722"/>
            <a:ext cx="5003140" cy="1264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ネットワークに負荷をかけるための装置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本番のサーバーの代わりに、大量のパケットを作って流す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849624"/>
            <a:ext cx="5003140" cy="354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8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運ぶ: スイッチ 6 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441698"/>
            <a:ext cx="5003140" cy="12641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Nokia の本物のスイッチ OS（SR Linux）をコンテナで動かす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設定は本物と同じ。この資料はここの話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8" y="1755648"/>
            <a:ext cx="5003140" cy="354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8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見る: AWS に集める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7308" y="2347722"/>
            <a:ext cx="5003140" cy="1618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スイッチが出す「回線が切れた」などの通知やログを集める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障害が起きたら気づける仕組みを作るのが PoC の本題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登場するのは、中央の spine 2 台、末端の leaf 4 台、その先の利用者とサーバーです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4001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中央: dc1-spine-01、dc1-spine-02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末端（WAN 側）: dc1-s-leaf-01、dc1-s-leaf-02。先には利用者や外のネットワーク（WAN）がつながる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末端（DC 側）: dc1-a-leaf-01、dc1-a-leaf-02。先にはサーバーがつながる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どの leaf も spine 2 台の両方につながる（ケーブル 8 本）。leaf 同士は直接つながない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LAN の境目は leaf。末端の 4 本は同じ 1 つの LAN（10.100.0.0/24）で MAC アドレスで届き、spine と leaf の間はケーブルごとに別の IP ネットワーク（172.16.x.y/31）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lab には利用者もサーバーもいないので、末端のケーブル 4 本は負荷試験用の装置 dc1-trex-01（eth1 〜 eth4）につないである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spine は IP で運ぶだけ、leaf はスイッチとルーターの両方を務めます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5003140" cy="31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6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spine（中央）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8352"/>
            <a:ext cx="5003140" cy="2157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末端のケーブルはつながっていない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leaf から来たパケットを、宛先の IP アドレスを見て別の leaf へ渡す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あとで出てくる「どの MAC アドレスがどこにいるか」を、leaf から受け取ってほかの leaf へ配り直す役（ルートリフレクタ）も担う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7308" y="1755648"/>
            <a:ext cx="5003140" cy="31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6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leaf（末端）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8" y="2308352"/>
            <a:ext cx="5003140" cy="2157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利用者やサーバー側のポートでは、MAC アドレスを見るスイッチとして動く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spine 側のポートでは、IP で通信するルーターとして動く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元のパケットに IP のヘッダーを付け足す・外す処理（仕組み 3）も leaf の仕事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04080"/>
            <a:ext cx="10509199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6 台とも同じ SR Linux で、どちらの動きもできます。spine と leaf の違いは機種ではなく、どこに置いてどう設定したかです。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leaf が WAN 側と DC 側に分かれているのは、本物のデータセンターの形だからです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691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本物では、利用者や外のネットワークがつながる leaf（WAN 側、s-leaf）と、サーバーがつながる leaf（DC 側、a-leaf）が分かれている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この PoC は監視が本題なので、「DC 側の leaf で回線が切れた」と本物と同じ役割の名前で出せるように分けている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4 台の設定は同じ。仮に 4 台とも DC 側にしても、通信や試験は変わらない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それぞれ 2 台ずつあるのは、本物と同じく 1 台が止まっても通信が続く形（冗長構成）にするため。片方の回線を落として、監視が気づくかを安全に試せる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組になる 2 本のケーブルを別々の leaf につなぐので、パケットは必ず leaf → spine → leaf と幹線を通り、3 つの仕組みを全部通して確かめられる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761488"/>
            <a:ext cx="100584" cy="932688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" y="2340864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2724912"/>
            <a:ext cx="101983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32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先に知っておく言葉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3950208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400" b="0" i="0">
                <a:solidFill>
                  <a:srgbClr val="595959"/>
                </a:solidFill>
                <a:latin typeface="Lato"/>
                <a:ea typeface="Noto Sans JP"/>
                <a:cs typeface="Noto Sans JP"/>
              </a:rPr>
              <a:t>ポートの名前、アドレスの 2 種類、LAN の中と外。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言葉 1: 同じポートでも、どの立場から見るかで名前が違います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4000040"/>
        </p:xfrm>
        <a:graphic>
          <a:graphicData uri="http://schemas.openxmlformats.org/drawingml/2006/table">
            <a:tbl>
              <a:tblPr firstRow="1" bandRow="0"/>
              <a:tblGrid>
                <a:gridCol w="2627299"/>
                <a:gridCol w="2627299"/>
                <a:gridCol w="2627299"/>
                <a:gridCol w="2627302"/>
              </a:tblGrid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TRex の番号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Linux での名前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つながっている先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このポートの IP アドレス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85062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port 0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eth1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dc1-s-leaf-01 の ethernet-1/3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10.100.0.11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85062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port 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eth2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dc1-s-leaf-02 の ethernet-1/3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10.100.0.12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85062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port 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eth3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dc1-a-leaf-01 の ethernet-1/3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10.100.0.13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85062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port 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eth4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dc1-a-leaf-02 の ethernet-1/3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10.100.0.14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eth1、ethernet-1/3、port 0 は、どれも同じ 1 つの物理ポートです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70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物理ポートは、ケーブルが刺さっている口のこと。Linux、スイッチ、TRex のソフトが別の名前で呼んでいるだけ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eth1 は Linux の名前。eth0 は管理用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ethernet-1/3 はスイッチの名前。1 枚目の基板の 3 番ポート。1/1 と 1/2 は spine へ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port 0 は TRex が 0 から数えた番号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localhost:8000 の 8000 のようなポート番号（アプリを区別する番号）とは別物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言葉 2: アドレスには、LAN の中だけで使う MAC と、LAN をまたぐ IP の 2 種類があります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500314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MAC アドレス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87092"/>
            <a:ext cx="5003140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ポートごとに最初から付いている 12 桁の番号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使えるのは同じ LAN の中だけ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スイッチは「この MAC アドレスはどのポートの先か」の表（MAC アドレステーブル）で、送り出すポートを決める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7308" y="1755648"/>
            <a:ext cx="500314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IP アドレス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8" y="2387092"/>
            <a:ext cx="5003140" cy="309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あとから人が割り当てる 4 つの数字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LAN をまたいで届く。ルーターが宛先の IP アドレスを見て、次に渡す相手を決める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TRex のポートは 10.100.0.11 〜 .14、スイッチ本体は 10.255.x.y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言葉 3: 同じ LAN の中では、MAC アドレスで届きます（PC A → スイッチ → PC B）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161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1 A が LAN 全体に「10.100.0.14 の MAC アドレスは何か」と聞く（ARP）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2 B が「bb」と答える。A はそれを覚える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3 A は宛先 MAC アドレスを bb にして送る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4 スイッチは MAC アドレステーブルで「bb はポート 2」と引き、ポート 2 へ送り出す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3610864"/>
          <a:ext cx="10509199" cy="1347216"/>
        </p:xfrm>
        <a:graphic>
          <a:graphicData uri="http://schemas.openxmlformats.org/drawingml/2006/table">
            <a:tbl>
              <a:tblPr firstRow="1" bandRow="0"/>
              <a:tblGrid>
                <a:gridCol w="5254599"/>
                <a:gridCol w="5254600"/>
              </a:tblGrid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スイッチの MAC アドレステーブル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送り出すポート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MAC aa（PC A、10.100.0.13）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ポート 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MAC bb（PC B、10.100.0.14）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ポート 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言葉 3 の続き: LAN をまたぐときは、ルーターが IP アドレスを見て次へ渡します（PC A → R1 → R2 → PC C）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1932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1 A は宛先 IP を 10.200.0.5、宛先 MAC アドレスを R1 にして送る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2 R1 は経路表で「10.200.0.0/24 は R2 へ」と引き、宛先 MAC アドレスを R2 に書き換えて渡す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3 R2 は C が自分の LAN にいると分かり、宛先 MAC アドレスを C にして届ける</a:t>
            </a:r>
          </a:p>
          <a:p>
            <a:pPr marL="0" indent="0">
              <a:lnSpc>
                <a:spcPct val="155000"/>
              </a:lnSpc>
              <a:spcAft>
                <a:spcPts val="704"/>
              </a:spcAft>
            </a:pPr>
            <a:r>
              <a:rPr sz="16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4 IP アドレスは最後まで変わらない。MAC アドレスは区間ごとに変わる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3925824"/>
          <a:ext cx="10509199" cy="1347216"/>
        </p:xfrm>
        <a:graphic>
          <a:graphicData uri="http://schemas.openxmlformats.org/drawingml/2006/table">
            <a:tbl>
              <a:tblPr firstRow="1" bandRow="0"/>
              <a:tblGrid>
                <a:gridCol w="5254599"/>
                <a:gridCol w="5254600"/>
              </a:tblGrid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R1 の経路表（ルーティングテーブル）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次に渡す相手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10.100.0.0/24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自分の LAN。直接届ける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10.200.0.0/24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R2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761488"/>
            <a:ext cx="100584" cy="932688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" y="2340864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2724912"/>
            <a:ext cx="101983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32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やりたいこと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3950208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400" b="0" i="0">
                <a:solidFill>
                  <a:srgbClr val="595959"/>
                </a:solidFill>
                <a:latin typeface="Lato"/>
                <a:ea typeface="Noto Sans JP"/>
                <a:cs typeface="Noto Sans JP"/>
              </a:rPr>
              <a:t>a-leaf-01 につないだケーブルと a-leaf-02 につないだケーブルを、同じ LAN に見せたい。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やりたいことは、a-leaf-01 のポートと a-leaf-02 のポートを同じ LAN にすることです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6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TRex の port 2 から port 3 へ、宛先 MAC アドレスを port 3 にしたパケットを送ると、1 台ずつ次のことが起きます。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623312"/>
          <a:ext cx="10509199" cy="2971188"/>
        </p:xfrm>
        <a:graphic>
          <a:graphicData uri="http://schemas.openxmlformats.org/drawingml/2006/table">
            <a:tbl>
              <a:tblPr firstRow="1" bandRow="0"/>
              <a:tblGrid>
                <a:gridCol w="5254599"/>
                <a:gridCol w="5254600"/>
              </a:tblGrid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通る場所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起きること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TRex port 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宛先 MAC アドレス = port 3 で送る。LAN の中のつもり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dc1-a-leaf-01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困る 1: MAC アドレステーブルに port 3 がない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dc1-spine-01 / 02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困る 2: MAC アドレスを見ない。IP の経路表しか持たない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dc1-a-leaf-02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port 3 は自分の ethernet-1/3 の先にいると知っている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44907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TRex port 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312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送られたときと同じ形で受け取りたい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困る 1 と 2 を解くために、3 つの仕組みを 1 つずつ足します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仕組み 1: IS-IS。leaf 本体から leaf 本体へ、spine を通って IP で届く経路表を自動で作る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仕組み 2: BGP EVPN。「port 3 の MAC アドレスは a-leaf-02 の先」と leaf 同士が教え合う。困る 1 が解ける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仕組み 3: VXLAN。元のパケットの前に a-leaf-02 宛ての IP ヘッダーを付け足して、spine に IP で運ばせる。困る 2 が解ける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仕組み 1: IS-IS は、スイッチ同士が経路表を自動で作り合う仕組みです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708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各スイッチは本体のアドレス（ループバック）を持ちます。IS-IS が作った dc1-a-leaf-01 の経路表は次の形です。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702052"/>
          <a:ext cx="10509199" cy="2884016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宛先（本体のアドレス）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出るポート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次のスイッチ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10.255.0.1（spine-01）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ethernet-1/1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spine-01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10.255.0.2（spine-02）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ethernet-1/2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spine-02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10.255.2.2（a-leaf-02）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1/1 と 1/2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spine-01 か 02（同じ長さ）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10.255.1.1 / .2（s-leaf）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1/1 と 1/2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spine-01 か 02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IS-IS は、隣に知らせる・計算する・切れたら計算し直す、の 3 手順で経路表を作ります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596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1 隣に知らせる: 「自分のアドレスと、どのポートの先にどのスイッチがいるか」を隣へ送る。6 台全部が全員分を持つまで繰り返す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2 経路を計算する: 集まった「誰と誰がつながっているか」から、宛先ごとに最短でどのポートから出るかを計算して表に書く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3 回線が切れたら: 隣に知らせて全員が計算し直す。a-leaf-01 と spine-01 の間が切れると 1/1 の行が消え、spine-02 経由だけになる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これで leaf 本体同士が IP で届く。この土台の層を underlay（アンダーレイ）と呼ぶ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仕組み 2: BGP EVPN は、leaf 同士が「どの MAC アドレスがどこにいるか」を教え合う仕組みです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410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1 TRex port 3（MAC bb）が最初のパケットを a-leaf-02 の ethernet-1/3 へ送る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2 a-leaf-02 は送信元の MAC アドレスを見て「bb は自分の ethernet-1/3 の先」と表に書く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3 a-leaf-02 はそれを BGP で spine に知らせる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4 spine はほかの leaf 3 台へそのまま配り直す（ルートリフレクタ）。leaf 同士を全部直接つなぐ代わり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5 ほかの leaf は「bb は a-leaf-02（10.255.2.2）の先」と自分の MAC アドレステーブルに書く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教え合ったあと、dc1-a-leaf-01 の MAC アドレステーブルには、ほかの leaf の先にいる MAC アドレスも載ります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3062224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MAC アドレス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どこにいるか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どう送るか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port 2 の MAC アドレス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自分の ethernet-1/3 の先（自分で見て覚えた）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ethernet-1/3 へそのまま送る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93497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port 3 の MAC アドレス bb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a-leaf-02（10.255.2.2）の先（EVPN で教わった）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10.255.2.2 宛ての IP ヘッダーを付けて送る（仕組み 3）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934974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port 0 の MAC アドレス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s-leaf-01（10.255.1.1）の先（EVPN で教わった）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10.255.1.1 宛ての IP ヘッダーを付けて送る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仕組み 3: VXLAN は、元のパケットの前に IP のヘッダーを付け足して、leaf から leaf へ運ぶ仕組みです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708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a-leaf-01 は、TRex port 2 が送った元のパケットの前に、次の部分を付け足します（カプセル化）。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702052"/>
          <a:ext cx="10509199" cy="3170224"/>
        </p:xfrm>
        <a:graphic>
          <a:graphicData uri="http://schemas.openxmlformats.org/drawingml/2006/table">
            <a:tbl>
              <a:tblPr firstRow="1" bandRow="0"/>
              <a:tblGrid>
                <a:gridCol w="5254599"/>
                <a:gridCol w="5254600"/>
              </a:tblGrid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パケットの部分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中身と意味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宛先 IP 10.255.2.2（付け足し）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仕組み 2 で教わった、bb がいる a-leaf-02 本体のアドレス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送信元 IP 10.255.2.1（付け足し）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付け足した a-leaf-01 本体のアドレス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UDP 4789（付け足し）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「VXLAN のパケットだ」と分かるための決まった番号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VNI 100（付け足し）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どの LAN か。仕組み 2 と同じ LAN の番号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元のパケット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宛先 MAC bb、送信元 MAC aa、宛先 IP 10.100.0.14。そのまま入る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VXLAN では、leaf が付け足し、spine が外側だけ見て運び、leaf が外します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20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1 a-leaf-01 が付け足す: 表で引いた bb の居場所 10.255.2.2 を宛先にした IP ヘッダーを、元のパケットの前に付け足す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2 spine は外側だけ見て運ぶ: 外側の宛先 IP 10.255.2.2 だけを見て、仕組み 1 の経路表どおりに a-leaf-02 へ渡す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3 a-leaf-02 が外す: 自分宛てで UDP 4789 なので付け足した部分を外し、中の元のパケットを ethernet-1/3 へ送り出す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ヘッダーを付け足して運ぶこの層を overlay（オーバーレイ）と呼ぶ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1 つのパケットは、TRex → leaf → spine → leaf → TRex と 5 段階で届きます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4046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1 TRex port 2 が送る: 宛先 MAC アドレスを bb（port 3）にしたパケットを送る。LAN の中の形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2 a-leaf-01 が付け足す: 表で bb は 10.255.2.2 の先と分かり、その宛先の IP ヘッダーを付け足す（仕組み 2・3）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3 spine が運ぶ: 外側の宛先 10.255.2.2 を経路表で引き、a-leaf-02 へ渡す（仕組み 1）。中は見ない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4 a-leaf-02 が外す: 付け足した部分を外し、元のパケットを ethernet-1/3 へ送り出す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5 TRex port 3 が受け取る: 送られたときと同じ形で届く。間に 3 台いたことは分からない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パケットの形が変わるのは、leaf と leaf の間だけです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3177540"/>
        </p:xfrm>
        <a:graphic>
          <a:graphicData uri="http://schemas.openxmlformats.org/drawingml/2006/table">
            <a:tbl>
              <a:tblPr firstRow="1" bandRow="0"/>
              <a:tblGrid>
                <a:gridCol w="2627299"/>
                <a:gridCol w="2627299"/>
                <a:gridCol w="2627299"/>
                <a:gridCol w="2627302"/>
              </a:tblGrid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区間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宛先 MAC アドレス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宛先 IP アドレス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付け足したヘッダー（仕組み 3）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port 2 → a-leaf-01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bb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10.100.0.14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1216152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a-leaf-01 → spine → a-leaf-02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bb（中にある。spine は見ない）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10.100.0.14（中）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外側に 宛先 IP 10.255.2.2、UDP 4789、VNI 100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a-leaf-02 → port 3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bb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10.100.0.14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なし（外した）。送られたときと同じ形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2761488"/>
            <a:ext cx="100584" cy="932688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" y="2340864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2724912"/>
            <a:ext cx="101983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32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見る・替える・まとめ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3950208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400" b="0" i="0">
                <a:solidFill>
                  <a:srgbClr val="595959"/>
                </a:solidFill>
                <a:latin typeface="Lato"/>
                <a:ea typeface="Noto Sans JP"/>
                <a:cs typeface="Noto Sans JP"/>
              </a:rPr>
              <a:t>スイッチが起きたことを知らせる 3 つの経路、SR-MPLS への差し替え、覚えておくこと。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6 台のスイッチで起きたことは、3 つの経路で lab の外へ送られます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755648"/>
          <a:ext cx="10509199" cy="2286456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経路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送られるもの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受け取る側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SNMP トラップ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「ポートが落ちた」などの出来事。スイッチが送る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Telegraf がキューへ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syslog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スイッチのログ 1 行ずつ。スイッチが送る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syslog-ng がキューへ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9756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gNMI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通信量や BGP の状態。外から定期的に取りに行く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476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gnmic がキューへ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4279848"/>
            <a:ext cx="10509199" cy="136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キュー: 届いたものを順にため、読む側が自分のペースで取り出す場所（AWS の MSK）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そのあと: 取り出して整え、検索・グラフ・保存・アラートの仕組みへ配る</a:t>
            </a:r>
          </a:p>
          <a:p>
            <a:pPr marL="0" indent="0">
              <a:lnSpc>
                <a:spcPct val="155000"/>
              </a:lnSpc>
              <a:spcAft>
                <a:spcPts val="792"/>
              </a:spcAft>
            </a:pPr>
            <a:r>
              <a:rPr sz="18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18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スイッチは決まった宛先に送るだけ。lab の EC2 が AWS の受け口へ転送する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依頼にあった SR-MPLS は、機種とライセンスの都合で VXLAN に置き換えています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SR-MPLS は仕組み 3 で付け足すヘッダーを別の種類にする話で、仕組み 1 と 2 はそのまま使います。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780792"/>
          <a:ext cx="10509199" cy="2384552"/>
        </p:xfrm>
        <a:graphic>
          <a:graphicData uri="http://schemas.openxmlformats.org/drawingml/2006/table">
            <a:tbl>
              <a:tblPr firstRow="1" bandRow="0"/>
              <a:tblGrid>
                <a:gridCol w="3503066"/>
                <a:gridCol w="3503066"/>
                <a:gridCol w="3503067"/>
              </a:tblGrid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いま: VXLAN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1" i="0">
                          <a:solidFill>
                            <a:srgbClr val="111110"/>
                          </a:solidFill>
                          <a:latin typeface="Lato"/>
                          <a:ea typeface="Noto Sans JP"/>
                          <a:cs typeface="Noto Sans JP"/>
                        </a:rPr>
                        <a:t>依頼: SR-MPLS</a:t>
                      </a:r>
                    </a:p>
                  </a:txBody>
                  <a:tcPr marL="91440" marR="91440" marT="45720" marB="45720" anchor="ctr">
                    <a:lnB w="15240" cap="flat">
                      <a:solidFill>
                        <a:srgbClr val="111110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付け足すもの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IP のヘッダー（宛先は leaf 本体）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短い番号（ラベル）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spine の仕事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経路表を引く IP ルーター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ラベルを見て回すだけ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機種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ixr-d2l（ライセンス不要）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5000"/>
                        </a:lnSpc>
                      </a:pPr>
                      <a:r>
                        <a:rPr sz="1639" b="0" i="0">
                          <a:solidFill>
                            <a:srgbClr val="1A1A1A"/>
                          </a:solidFill>
                          <a:latin typeface="Lato"/>
                          <a:ea typeface="Noto Sans JP"/>
                          <a:cs typeface="Noto Sans JP"/>
                        </a:rPr>
                        <a:t>ixr-6e とライセンスが要る</a:t>
                      </a:r>
                    </a:p>
                  </a:txBody>
                  <a:tcPr marL="91440" marR="91440" marT="45720" marB="45720" anchor="ctr">
                    <a:lnB w="9525" cap="flat">
                      <a:solidFill>
                        <a:srgbClr val="DFDFD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SR-MPLS に替えても、変わるのは leaf の付け足す設定だけです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手元に機種とライセンスがないので、まず VXLAN で全体を通すと「lab を IS-IS と TRex で組む（011）」で決めた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替えるときは、生成スクリプトで機種とライセンスを指定し直し、leaf の「ヘッダーを付け足す」設定を替える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スイッチの並び・ケーブル・IS-IS・BGP EVPN・TRex・監視の 3 経路は変わらない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40080"/>
            <a:ext cx="82296" cy="402336"/>
          </a:xfrm>
          <a:prstGeom prst="rect">
            <a:avLst/>
          </a:prstGeom>
          <a:solidFill>
            <a:srgbClr val="111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2531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i="0">
                <a:solidFill>
                  <a:srgbClr val="111110"/>
                </a:solidFill>
                <a:latin typeface="Lato"/>
                <a:ea typeface="Noto Sans JP"/>
                <a:cs typeface="Noto Sans JP"/>
              </a:rPr>
              <a:t>覚えておくことは 3 つです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426464"/>
            <a:ext cx="10509199" cy="0"/>
          </a:xfrm>
          <a:prstGeom prst="line">
            <a:avLst/>
          </a:prstGeom>
          <a:ln w="12700">
            <a:solidFill>
              <a:srgbClr val="DFDF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1755648"/>
            <a:ext cx="10509199" cy="309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スイッチ同士は IP で運ぶ。だから a-leaf-01 と a-leaf-02 の TRex 側のポートは、そのままでは同じ LAN にならない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IS-IS で経路表を作り、BGP EVPN で MAC アドレスの居場所を教え合い、VXLAN で IP のヘッダーを付け足して運ぶ。leaf が付け足し、spine が運び、leaf が外す</a:t>
            </a:r>
          </a:p>
          <a:p>
            <a:pPr marL="0" indent="0">
              <a:lnSpc>
                <a:spcPct val="155000"/>
              </a:lnSpc>
              <a:spcAft>
                <a:spcPts val="880"/>
              </a:spcAft>
            </a:pPr>
            <a:r>
              <a:rPr sz="2000" b="0" i="0">
                <a:solidFill>
                  <a:srgbClr val="D63A2F"/>
                </a:solidFill>
                <a:latin typeface="Lato"/>
                <a:ea typeface="Noto Sans JP"/>
                <a:cs typeface="Noto Sans JP"/>
              </a:rPr>
              <a:t>・</a:t>
            </a:r>
            <a:r>
              <a:rPr sz="2000" b="0" i="0">
                <a:solidFill>
                  <a:srgbClr val="1A1A1A"/>
                </a:solidFill>
                <a:latin typeface="Lato"/>
                <a:ea typeface="Noto Sans JP"/>
                <a:cs typeface="Noto Sans JP"/>
              </a:rPr>
              <a:t>SR-MPLS は付け足すものがラベルに変わるだけ。機種とライセンスがそろったら替える。監視の 3 経路はそのまま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5A5A5"/>
                </a:solidFill>
                <a:latin typeface="Menlo"/>
                <a:ea typeface="Menlo"/>
                <a:cs typeface="Menlo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