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 台は dc1-spine-01/02、dc1-s-leaf-01/02、dc1-a-leaf-01/02。TRex は dc1-trex-01（app/containerlab/gen_lab.py）。</a:t>
            </a:r>
          </a:p>
          <a:p>
            <a:r>
              <a:t>- SR Linux の機種は ixr-d2l（ライセンス不要）。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と leaf は全組み合わせを結ぶ。spine 側のポートは ethernet-1/&lt;leaf の番号&gt;、leaf 側のポートは ethernet-1/&lt;spine の番号&gt;。</a:t>
            </a:r>
          </a:p>
          <a:p>
            <a:r>
              <a:t>- 図は Claude のデッキ（https://claude.ai/artifact/3DtfxGFkTehxxwRpHRcB8u）の 3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TRex の組は trex/trex_cfg.yaml.in（port 0 の default_gw が port 1、port 2 の default_gw が port 3）。</a:t>
            </a:r>
          </a:p>
          <a:p>
            <a:r>
              <a:t>- mac-vrf の ecmp は 2（spine 2 台に振り分ける）。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ループバック: spine は 10.255.0.1/.2、WAN 側 leaf は 10.255.1.1/.2、DC 側 leaf は 10.255.2.1/.2。</a:t>
            </a:r>
          </a:p>
          <a:p>
            <a:r>
              <a:t>- IS-IS は level 2、point-to-point、インスタンス名 main（app/containerlab/gen_lab.py）。</a:t>
            </a:r>
          </a:p>
          <a:p>
            <a:r>
              <a:t>- この段階ではまだ TRex のパケットは運べない。運ぶための土台ができただけ。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iBGP AS 65100、EVPN だけ、ループバック同士で張る。spine が route reflector で cluster-id は自分のループバック。</a:t>
            </a:r>
          </a:p>
          <a:p>
            <a:r>
              <a:t>- mac-vrf macvrf-100: EVI 100、VNI 100、route-target 65100:100。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は 2 台どちらを通っても同じ長さなので、leaf がパケットの組ごとに振り分ける（ECMP）。1 本切れればもう一方だけになる。</a:t>
            </a:r>
          </a:p>
          <a:p>
            <a:r>
              <a:t>- 相手の MAC アドレスをまだ知らないとき（ARP）は LAN 全体宛てなので、leaf は同じ LAN 番号を持つ全 leaf に封筒を 1 通ずつ送る（ingress replication）。</a:t>
            </a:r>
          </a:p>
          <a:p>
            <a:r>
              <a:t>- port 0 ↔ port 1 は s-leaf-01 と s-leaf-02 の間で同じ動きをする。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SNMP trap 162/udp → Telegraf → MSK の traps。syslog 5140/udp → syslog-ng → logs。gNMI 57400 ← gnmic → gnmi（状態の変化）と metrics（60 秒ごとの数字）。</a:t>
            </a:r>
          </a:p>
          <a:p>
            <a:r>
              <a:t>- 宛先 203.0.113.1 は lab の EC2 で、iptables の DNAT で NLB へ転送する（docs/pipeline.md）。</a:t>
            </a:r>
          </a:p>
          <a:p>
            <a:r>
              <a:t>- 後ろは Spark → OpenSearch / Prometheus / S3 Tables / Splunk、アラートは SNS → Lambda → Neptune。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docs/cycles/011-lab-isis-trex-x86/design.md。gen_lab.py の type を ixr-6e にし license を付ける。</a:t>
            </a:r>
          </a:p>
          <a:p>
            <a:r>
              <a:t>- Neptune の構成図は vtep を SR のラベルと読み替えるだけで、id と edge は変えない（docs/data-stores.md）。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の構成と通信の流れ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はじめての人向け。スイッチ 6 台と TRex 1 台で、離れた 2 台のスイッチにつないだケーブルを同じ LAN に見せる 3 つの仕組み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2026-10-10  /  app/containerlab/gen_lab.py、trex/、docs/cycles/011-lab-isis-trex-x86/design.md、docs/pipeline.md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は何をする場所か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本物のスイッチ OS を 6 台動かし、テスト用のパケットを流し、起きたことを AWS に集めます。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は、パケットを流し、運び、起きたことを見る場所です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流す: TRex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ネットワークに負荷をかけるための装置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本番のサーバーの代わりに、大量のパケットを作って流す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49624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運ぶ: スイッチ 6 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41698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Nokia の本物のスイッチ OS（SR Linux）をコンテナで動かす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設定は本物と同じ。この資料はここの話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見る: AWS に集める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8" y="2347722"/>
            <a:ext cx="500314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スイッチが出す「回線が切れた」などの通知やログを集める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障害が起きたら気づける仕組みを作るのが PoC の本題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登場するのは、中央の spine 2 台、末端の leaf 4 台、TRex 1 台です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31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中央: dc1-spine-01、dc1-spine-02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末端（WAN 側）: dc1-s-leaf-01、dc1-s-leaf-02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末端（DC 側）: dc1-a-leaf-01、dc1-a-leaf-02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どの leaf も spine 2 台の両方につながる（ケーブル 8 本。spine 2 台 × leaf 4 台）。leaf 同士は直接つながない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は leaf にだけつながる（ケーブル 4 本。eth1 〜 eth4 を各 leaf に 1 本ずつ）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 は IP で運ぶだけ、leaf はスイッチとルーターの両方を務めます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spine（中央）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のケーブルはつながっていない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から来たパケットを、宛先の IP アドレスを見て別の leaf へ渡す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あとで出てくる「どの MAC アドレスがどこにいるか」の取りまとめ役も担う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leaf（末端）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47722"/>
            <a:ext cx="5003140" cy="2427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側のポートでは、MAC アドレスを見るスイッチとして動く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側のポートでは、IP で通信するルーターとして動く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つの顔をつなぐ「包む・ほどく」も leaf の仕事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1319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台とも同じ SR Linux で、どちらの動きもできます。spine と leaf の違いは機種ではなく、どこに置いてどう設定したかです。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 が 2 台ずつあるのは、パケットを必ず spine 経由にするためです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はポートを 2 本ずつ組にして流し合う（port 0 ↔ 1、port 2 ↔ 3）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組の 2 本を別々の leaf につなぐので、パケットは必ず leaf → spine → leaf と本線を渡る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が 1 台だけなら、同じスイッチの中で折り返して終わり。試したい部分を通らない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が 2 台なのは、片方が止まっても通る形（冗長）にするため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「回線が切れた」を安全に起こして、監視を試せる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先に知っておく言葉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ポートの名前、アドレスの 2 種類、LAN の中と外。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1: 同じポートでも、どの立場から見るかで名前が違います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075072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の番号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Linux での名前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つながっている先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このポートの IP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068464"/>
            <a:ext cx="10509199" cy="1382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eth1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Linux が付ける名前。TRex は Linux のコンテナなので、eth0 が管理用、eth1 〜 eth4 が leaf へつないだ 4 本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ethernet-1/3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スイッチ（SR Linux）側の名前。1 枚目の基板の 3 番ポート。1/1 と 1/2 は spine へ、1/3 は TRex へ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port 0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TRex のソフトが数える番号。0 から始まるので eth1 が port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2: アドレスには、LAN の中だけで使う MAC と、LAN をまたぐ IP の 2 種類があります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MAC アドレス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ポートごとに最初から付いている 12 桁の番号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使えるのは同じ LAN の中だけ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スイッチは「この MAC アドレスはどのポートの先か」の表（MAC アドレステーブル）で、送り出すポートを決める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IP アドレス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あとから人が割り当てる 4 つの数字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LAN をまたいで届く。ルーターが宛先の IP アドレスを見て、次に渡す相手を決める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のポートは 10.100.0.11 〜 .14、スイッチ本体は 10.255.x.y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3: LAN の中は MAC アドレスで届き、LAN をまたぐと IP アドレスで届きます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同じ LAN の中（L2）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2427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送る側は「この IP の MAC アドレスは何か」と LAN 全体に聞く（ARP）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返ってきた MAC アドレスを宛先にして送る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 MAC アドレステーブルを見て送り出す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LAN をまたぐ（L3）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ルーターが宛先 IP を見て、経路表に従って次へ渡す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MAC アドレスは区間ごとに書き換わる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1319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 lab のスイッチ同士は IP で運ぶので、そのままでは leaf 1 と leaf 2 のポートは同じ LAN になりません。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やりたいこと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leaf 1 につないだケーブルと leaf 2 につないだケーブルを、同じ LAN に見せたい。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間は IP で運ぶので、3 つの仕組みが要ります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間にあるのは IP で運ぶスイッチ。MAC アドレスだけでは届かない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1: 経路を交換する（IS-IS）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2: どの MAC アドレスがどこにいるかを共有する（BGP EVPN）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3: 封筒に入れて運ぶ（VXLAN）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1: IS-IS は、スイッチ同士が経路表を自動で作り合う仕組みです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で通信するので「どのスイッチへはどのポートから出るか」の経路表が要ります。人が書かずに自動で作る仕組みが IS-IS 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33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隣に知らせる: 「自分は誰で、隣に誰がいるか」を隣へ送る。6 台が同じ情報を持つまで繰り返す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地図を作る: 集まった情報で全体の地図を作り、「どこへは最短でどのポートか」を経路表に書く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回線が切れたら: 全員が地図を作り直す。spine が 2 台あるので、もう一方を通る経路に切り替わる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交換するのは主にスイッチ本体の IP アドレス（ループバック）。ポートが 1 本切れても消えない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これで leaf からほかの leaf 本体へ IP で送れる。この土台の層を underlay と呼ぶ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2: BGP EVPN は、leaf 同士が「どの MAC アドレスがどこにいるか」を教え合う仕組みです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は、自分の TRex 側のポートで見た MAC アドレスしか知りません。「その MAC アドレスは向こうの leaf の先にいる」と知るために、MAC アドレステーブルの中身を教え合います。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96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BGP: ルーター同士が「こういう宛先を知っている」と知らせ合う仕組み。インターネットでも使われている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EVPN: その BGP で、IP の経路ではなく MAC アドレスの居場所を知らせる使い方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知らせる内容: 「MAC アドレス ◯◯ は私（leaf 10.255.2.1）の先にいます」。受け取った leaf は 10.255.2.1 へ送ればよいと分かる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が取りまとめ役: leaf は spine にだけ知らせ、spine が全 leaf に配り直す（ルートリフレクタ）。spine 2 台が同じ役割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目印の番号: 全員が同じ番号 65100（AS 番号）を名乗り、共有する LAN に 100 という番号を付ける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3: VXLAN は、leaf がパケットをまるごと IP の封筒に入れて運ぶ仕組みです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のパケットは MAC アドレス宛てなので、IP で運ぶ spine はそのままでは扱えません。leaf がパケットをまるごと IP の封筒に入れ（カプセル化）、宛先は仕組み 2 で分かった向こうの leaf のアドレスにします。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465832"/>
          <a:ext cx="10509199" cy="186750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封筒の部分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書いてあること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意味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封筒の宛先 IP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10.255.2.1 → 10.255.2.2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leaf 本体から leaf 本体へ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封筒の種類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UDP 4789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VXLAN だと分かる番号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LAN の番号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VNI 100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どの LAN のパケットか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 → 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の元のパケット。MAC アドレスも含めてそのまま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571084"/>
            <a:ext cx="10509199" cy="1213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包む側の leaf: 宛先の MAC アドレスがいる leaf のアドレスへ、封筒に入れて送る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途中の spine: 封筒の宛先 IP アドレスしか見ない。経路表どおりに隣へ渡すだけ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ほどく側の leaf: 封筒を開け、VNI 100 のパケットだと確かめて TRex 側のポートへ送り出す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この封筒の層を overlay（オーバーレイ）と呼ぶ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 つのパケットは、TRex → leaf → spine → leaf → TRex と 5 段階で届きます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046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TRex が送る: port 2 から、宛先 MAC アドレスを port 3 のものにしたパケットを送る。普通の LAN と同じ動き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a-leaf-01 が包む: 「その MAC アドレスは 10.255.2.2 の先」と知っているので、封筒に入れて送る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spine が運ぶ: 封筒の宛先 10.255.2.2 を経路表で引き、a-leaf-02 へ渡す。封筒の中身は見ない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a-leaf-02 がほどく: 封筒を開け、中のパケットを ethernet-1/3 から送り出す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TRex が受け取る: 送られたときと同じ形で port 3 に届く。間に 3 台いたことは分からない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見る・替える・まとめ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スイッチが起きたことを知らせる 3 つの経路、SR-MPLS への差し替え、覚えておくこと。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6 台のスイッチで起きたことは、3 つの経路で lab の外へ送られます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28645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送られるもの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受け取る側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SNMP トラップ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「ポートが落ちた」などの出来事。起きた瞬間にスイッチが送る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スイッチのログ 1 行ずつ。これもスイッチが送る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syslog-ng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通信量や BGP の状態。外から定期的に取りに行く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279848"/>
            <a:ext cx="10509199" cy="1364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キュー: 届いたものを順にためて、読む側が自分のペースで取り出す場所（AWS の MSK）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そのあと: キューから取り出して整え、検索・グラフ・保存・アラートの仕組みへ配る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スイッチは決まった宛先に送るだけで、lab の EC2 が AWS の受け口へ転送する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依頼にあった SR-MPLS は、機種とライセンスの都合で VXLAN に置き換えています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55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2026-10-08 の依頼では「ISIS / SR-MPLS」の構成が挙がっていました。SR-MPLS は仕組み 3 の封筒を別の種類にする話で、仕組み 1 と 2 はそのまま使います。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544572"/>
          <a:ext cx="10509199" cy="161747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いま: VXLAN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依頼: SR-MPLS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IP（宛先は leaf のアドレス）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短い番号（ラベル）を先頭に貼る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 の仕事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経路表を引く普通の IP ルーター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ラベルを見て回すだけ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機種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ixr-d2l（ライセンス不要）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ixr-6e とライセンスが要る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399788"/>
            <a:ext cx="10509199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手元に機種とライセンスがないので、まず VXLAN で全体を通すと「lab を IS-IS と TRex で組む（011）」で決めた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替えるときは、生成スクリプトで機種とライセンスを指定し直し、leaf の「封筒に入れる」設定を替える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スイッチの並び・ケーブル・IS-IS・BGP EVPN・TRex・監視の 3 経路は変わらない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覚えておくことは 3 つです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で運ぶ。だから leaf 1 と leaf 2 の TRex 側のポートは、そのままでは同じ LAN にならない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IS-IS で経路表を作り、BGP EVPN で MAC アドレスの居場所を教え合い、VXLAN の封筒で運ぶ。leaf が包み、spine が運び、leaf がほどく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SR-MPLS は封筒の種類が違うだけ。機種とライセンスがそろったら封筒を替える。監視の 3 経路はそのまま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