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- 6 台は dc1-spine-01/02、dc1-s-leaf-01/02、dc1-a-leaf-01/02。TRex は dc1-trex-01（app/containerlab/gen_lab.py）。</a:t>
            </a:r>
          </a:p>
          <a:p>
            <a:r>
              <a:t>- SR Linux の機種は ixr-d2l（ライセンス不要）。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spine と leaf は全組み合わせを結ぶ。spine 側の口は ethernet-1/&lt;leaf の番号&gt;、leaf 側の口は ethernet-1/&lt;spine の番号&gt;。</a:t>
            </a:r>
          </a:p>
          <a:p>
            <a:r>
              <a:t>- 図は Claude のデッキ（https://claude.ai/artifact/3DtfxGFkTehxxwRpHRcB8u）の 3 枚目にある。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TRex の組は trex/trex_cfg.yaml.in（port 0 の default_gw が port 1、port 2 の default_gw が port 3）。</a:t>
            </a:r>
          </a:p>
          <a:p>
            <a:r>
              <a:t>- mac-vrf の ecmp は 2（spine 2 台に振り分ける）。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ループバック: spine は 10.255.0.1/.2、WAN 側 leaf は 10.255.1.1/.2、DC 側 leaf は 10.255.2.1/.2。</a:t>
            </a:r>
          </a:p>
          <a:p>
            <a:r>
              <a:t>- IS-IS は level 2、point-to-point、インスタンス名 main（app/containerlab/gen_lab.py）。</a:t>
            </a:r>
          </a:p>
          <a:p>
            <a:r>
              <a:t>- まだ TRex のパケットは運べない。運ぶ土台ができただけ。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iBGP AS 65100、EVPN だけ、ループバック同士で張る。spine が route reflector で cluster-id は自分のループバック。</a:t>
            </a:r>
          </a:p>
          <a:p>
            <a:r>
              <a:t>- mac-vrf macvrf-100: EVI 100、VNI 100、route-target 65100:100。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spine は 2 台どちらを通っても同じ距離なので、leaf がパケットごとに振り分ける。1 本切れればもう一方だけになる。</a:t>
            </a:r>
          </a:p>
          <a:p>
            <a:r>
              <a:t>- 相手の MAC をまだ知らないとき（ARP）は LAN 全体宛てなので、leaf は同じ LAN 番号を持つ全 leaf に封筒を 1 通ずつ送る（ingress replication）。</a:t>
            </a:r>
          </a:p>
          <a:p>
            <a:r>
              <a:t>- port 0 ↔ port 1 は s-leaf-01 と s-leaf-02 のあいだで同じ動きをする。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SNMP trap 162/udp → Telegraf → MSK の traps。syslog 5140/udp → syslog-ng → logs。gNMI 57400 ← gnmic → gnmi（状態の変化）と metrics（60 秒ごとの数字）。</a:t>
            </a:r>
          </a:p>
          <a:p>
            <a:r>
              <a:t>- 宛先 203.0.113.1 は lab の EC2 で、iptables の DNAT で NLB へ転送する（docs/pipeline.md）。</a:t>
            </a:r>
          </a:p>
          <a:p>
            <a:r>
              <a:t>- 後ろは Spark → OpenSearch / Prometheus / S3 Tables / Splunk、アラートは SNS → Lambda → Neptune。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docs/cycles/011-lab-isis-trex-x86/design.md。gen_lab.py の type を ixr-6e にし license を付ける。</a:t>
            </a:r>
          </a:p>
          <a:p>
            <a:r>
              <a:t>- Neptune の構成図は vtep を SR のラベルと読み替えるだけで、id と edge は変えない（docs/data-stores.md）。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103120"/>
            <a:ext cx="100584" cy="1170432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029968"/>
            <a:ext cx="101983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4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lab の構成と通信の流れ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3529584"/>
            <a:ext cx="101983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8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はじめての人向け。スイッチ 6 台と TRex 1 台で、離れた 2 本のケーブルを同じ LAN に見せる 3 つの仕掛け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4279392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2026-10-10  /  app/containerlab/gen_lab.py、trex/、docs/cycles/011-lab-isis-trex-x86/design.md、docs/pipeline.md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61488"/>
            <a:ext cx="100584" cy="932688"/>
          </a:xfrm>
          <a:prstGeom prst="rect">
            <a:avLst/>
          </a:prstGeom>
          <a:solidFill>
            <a:srgbClr val="D6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340864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2724912"/>
            <a:ext cx="101983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3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この lab は何をする場所か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395020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4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本物のスイッチ OS を 6 台動かし、パケットを撃ち、起きたことを AWS に集める。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この lab は、撃って、運んで、見る場所である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撃つ: TRex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47722"/>
            <a:ext cx="5003140" cy="1264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ネットワークに負荷をかける道具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本番のサーバの代わりに大量のパケットを作って流す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849624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運ぶ: スイッチ 6 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441698"/>
            <a:ext cx="5003140" cy="12641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Nokia の本物のスイッチ OS（SR Linux）をコンテナで動かす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設定は本物と同じ。この資料はここの話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730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見る: AWS に集める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7308" y="2347722"/>
            <a:ext cx="5003140" cy="1618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スイッチが出す「線が切れた」の通知やログを集める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落ちたら気づける仕組みを作るのが PoC の本題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登場するのは、真ん中の spine 2 台と端の leaf 4 台と TRex 1 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314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真ん中: dc1-spine-01、dc1-spine-02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端（WAN 側）: dc1-s-leaf-01、dc1-s-leaf-02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端（DC 側）: dc1-a-leaf-01、dc1-a-leaf-02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leaf は 2 台の spine 両方につながる（ケーブル 8 本。2 台の spine × 4 台の leaf）。leaf 同士は直接つながない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TRex は leaf にだけつながる（ケーブル 4 本。eth1 〜 eth4 を各 leaf に 1 本ずつ）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spine は IP で運ぶだけ、leaf はスイッチとルータの両方をする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spine（真ん中）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47722"/>
            <a:ext cx="5003140" cy="2073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TRex のケーブルは挿さっていない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leaf から来た荷物を、宛先 IP を見て別の leaf へ渡す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あとで出てくる「誰がどこにいるか」の掲示板役もする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7308" y="1755648"/>
            <a:ext cx="5003140" cy="3543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leaf（端）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47722"/>
            <a:ext cx="5003140" cy="2073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TRex 側の口では MAC を見るスイッチ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spine 側の口では IP で話すルータ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つの顔をつなぐ「包む・ほどく」も leaf の仕事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658868"/>
            <a:ext cx="10509199" cy="708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6 台とも同じ SR Linux で、どちらの仕事もできる。違いは機種ではなく、どこに置いて何を設定したか。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leaf が 2 台ずつあるのは、パケットを必ず spine 経由にするため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70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TRex はポートを 2 本ずつ組にして撃ち合う（port 0 ↔ 1、port 2 ↔ 3）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組の 2 本を別々の leaf に挿すので、パケットは必ず leaf → spine → leaf と本線を渡る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leaf が 1 台だけなら、同じスイッチの中で折り返して終わり。試したい部分を通らない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spine が 2 台なのは、片方が落ちても通る形（冗長）にするため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「線が切れた」を安全に起こして、監視を試せる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61488"/>
            <a:ext cx="100584" cy="932688"/>
          </a:xfrm>
          <a:prstGeom prst="rect">
            <a:avLst/>
          </a:prstGeom>
          <a:solidFill>
            <a:srgbClr val="D6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340864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2724912"/>
            <a:ext cx="101983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3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先に知っておく言葉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395020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4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ケーブルの口の名前、住所の 2 種類、LAN の中と外。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ケーブルの口は、見る側によって名前が違う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2075072"/>
        </p:xfrm>
        <a:graphic>
          <a:graphicData uri="http://schemas.openxmlformats.org/drawingml/2006/table">
            <a:tbl>
              <a:tblPr firstRow="1" bandRow="0"/>
              <a:tblGrid>
                <a:gridCol w="2627299"/>
                <a:gridCol w="2627299"/>
                <a:gridCol w="2627299"/>
                <a:gridCol w="2627302"/>
              </a:tblGrid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TRex の番号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Linux の口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挿してある先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この口の IP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2885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dc1-s-leaf-01 の ethernet-1/3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2885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dc1-s-leaf-02 の ethernet-1/3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2885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dc1-a-leaf-01 の ethernet-1/3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2885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port 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eth4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dc1-a-leaf-02 の ethernet-1/3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10.100.0.14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4068464"/>
            <a:ext cx="10509199" cy="1382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eth1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: Linux がつける名前。TRex は Linux のコンテナなので、eth0 が管理用、eth1 〜 eth4 が leaf へ挿した 4 本</a:t>
            </a:r>
          </a:p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ethernet-1/3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: スイッチ（SR Linux）側の名前。1 枚目の基板の 3 番の口。1/1 と 1/2 は spine へ、1/3 は TRex へ</a:t>
            </a:r>
          </a:p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port 0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: TRex のソフトが数える番号。0 から始まるので eth1 が port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住所は MAC と IP の 2 種類ある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MAC アドレス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87092"/>
            <a:ext cx="5003140" cy="2303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ケーブルの口ごとに最初から付いている 12 桁の番号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使えるのは同じ LAN の中だけ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スイッチは「この MAC はどの口の先か」の表（MAC 表）で出す口を決める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7308" y="1755648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IP アドレス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87092"/>
            <a:ext cx="5003140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あとから人が振る 4 つの数字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LAN をまたいで届く。ルータが宛先 IP を見て次に渡す相手を決める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TRex の口は 10.100.0.11 〜 .14、スイッチ自身は 10.255.x.y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LAN の中は MAC で届き、LAN をまたぐと IP で届く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同じ LAN の中（L2）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87092"/>
            <a:ext cx="5003140" cy="2303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送る側は「この IP の MAC は何?」と LAN 全体に聞く（ARP）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返事の MAC を宛先に書いて送る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スイッチが MAC 表を見てその口へ出す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7308" y="1755648"/>
            <a:ext cx="500314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LAN をまたぐ（L3）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7308" y="2387092"/>
            <a:ext cx="5003140" cy="1404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ルータが宛先 IP を見て、道順表（ルーティングテーブル）に従って次へ渡す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MAC は 1 区間ごとに書き換わる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28616"/>
            <a:ext cx="10509199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この lab では、スイッチ同士のあいだは IP で運ぶ。そのままでは leaf 1 に挿した口と leaf 2 に挿した口は同じ LAN にならない。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61488"/>
            <a:ext cx="100584" cy="932688"/>
          </a:xfrm>
          <a:prstGeom prst="rect">
            <a:avLst/>
          </a:prstGeom>
          <a:solidFill>
            <a:srgbClr val="D6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340864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2724912"/>
            <a:ext cx="101983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3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やりたいこと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395020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4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leaf 1 に挿したケーブルと leaf 2 に挿したケーブルを、同じ LAN に見せたい。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間は IP で運ぶので、3 つの仕掛けが要る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202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間にあるのは IP で運ぶスイッチ。MAC では届かない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仕掛け 1: 道を教え合う（IS-IS）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仕掛け 2: 誰がどこにいるか共有する（BGP EVPN）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仕掛け 3: 封筒に入れて運ぶ（VXLAN）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仕掛け 1: IS-IS は、スイッチ同士が道順表を自動で教え合う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スイッチ同士は IP で話すので「どのスイッチへはどの口から行けるか」の道順表が要る。人が手で書かず自動で教え合う仕組みが IS-IS。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23312"/>
            <a:ext cx="10509199" cy="2966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名乗る: 各スイッチは「自分はこういう者で、隣にはこいつがいる」を隣へ送る。6 台が同じ情報を持つまで回す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地図を描く: 集まった情報で全体の地図を作り、「どこへは最短でどの口か」を道順表に書く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線が切れたら: 隣へ伝え、全員が地図を描き直す。spine が 2 台あるのでもう一方を通る道に切り替わる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教え合うのは主に「各スイッチ自身の住所」（ループバック）。口が 1 本切れても消えない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これで leaf から他の leaf の本体へ IP で荷物を送れる。この土台を underlay（下の層）と呼ぶ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仕掛け 2: BGP EVPN は、leaf 同士が「どの MAC がどの leaf の先か」を見せ合う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leaf は自分の TRex 側の口で見た MAC しか知らない。「その MAC は向こうの leaf の先にいる」と知るために MAC 表を見せ合う。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23312"/>
            <a:ext cx="1050919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BGP: ルータ同士が「こういう宛先を知っている」と知らせ合う、インターネットでも使われる仕組み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EVPN: その BGP に、IP の道順ではなく MAC の居場所を載せる使い方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載せる内容: 「MAC ◯◯ は私（leaf 10.255.2.1）の先にいる」。受け取った leaf は 10.255.2.1 へ送ればよいと分かる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spine が掲示板: leaf は spine にだけ知らせ、spine が全 leaf に配り直す（ルートリフレクタ）。spine 2 台が同じ役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目印: 全員が番号 65100（AS 番号）を名乗り、見せ合う LAN に 100 という番号を付ける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仕掛け 3: VXLAN は、leaf がパケットをまるごと IP の封筒に入れて運ぶ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472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TRex のパケットは MAC 宛てなので、IP で運ぶ spine はそのままでは扱えない。leaf が封筒に入れ、宛先は仕掛け 2 で分かった向こうの leaf の住所にする。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465832"/>
          <a:ext cx="10509199" cy="1798320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封筒の部分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中身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意味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封筒の宛先 IP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10.255.2.1 → 10.255.2.2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leaf 本体から leaf 本体へ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封筒の種類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UDP 4789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VXLAN と分かる番号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LAN の番号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VNI 100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どの LAN の荷物か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35966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中身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10.100.0.13 → 10.100.0.14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984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TRex の元のパケット。MAC も含めてそのまま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4501896"/>
            <a:ext cx="10509199" cy="1213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包む側の leaf: 宛先 MAC がいる leaf の住所へ封筒で送る</a:t>
            </a:r>
          </a:p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途中の spine: 封筒の宛先 IP しか見ない。道順表どおり隣へ渡すだけ</a:t>
            </a:r>
          </a:p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ほどく側の leaf: 封筒を開け、VNI 100 の荷物だと確かめて TRex の口へ出す</a:t>
            </a:r>
          </a:p>
          <a:p>
            <a:pPr marL="0" indent="0">
              <a:lnSpc>
                <a:spcPct val="155000"/>
              </a:lnSpc>
              <a:spcAft>
                <a:spcPts val="528"/>
              </a:spcAft>
            </a:pPr>
            <a:r>
              <a:rPr sz="12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2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この封筒の層を overlay（上の層）と呼ぶ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1 つのパケットは、包む・運ぶ・ほどくの 5 歩で port 2 から port 3 に届く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691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1 TRex port 2: 宛先 10.100.0.14 の MAC 宛てに送る。普通の LAN と同じ動き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 a-leaf-01 が包む: 「その MAC は 10.255.2.2 の先」と知っているので、封筒に入れて送る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3 spine が運ぶ: 封筒の宛先 10.255.2.2 を道順表で引き、a-leaf-02 の口へ出す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4 a-leaf-02 がほどく: 封筒を開け、中のパケットを ethernet-1/3 から出す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5 TRex port 3: 送られたときと同じ形で届く。間に 3 台いたことは分からない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61488"/>
            <a:ext cx="100584" cy="932688"/>
          </a:xfrm>
          <a:prstGeom prst="rect">
            <a:avLst/>
          </a:prstGeom>
          <a:solidFill>
            <a:srgbClr val="D6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340864"/>
            <a:ext cx="1050919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2724912"/>
            <a:ext cx="1019830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32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見る・替える・まとめ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395020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4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スイッチが知らせる 3 つの口、SR-MPLS への差し替え、覚えること。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スイッチは、トラップ・ログ・購読の 3 つの口で起きたことを知らせる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2073044"/>
        </p:xfrm>
        <a:graphic>
          <a:graphicData uri="http://schemas.openxmlformats.org/drawingml/2006/table">
            <a:tbl>
              <a:tblPr firstRow="1" bandRow="0"/>
              <a:tblGrid>
                <a:gridCol w="2627299"/>
                <a:gridCol w="2627299"/>
                <a:gridCol w="2627299"/>
                <a:gridCol w="2627302"/>
              </a:tblGrid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口の名前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何を知らせるか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どう届くか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AWS 側で誰が受けるか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SNMP トラップ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「口が落ちた」を起きた瞬間に短く通知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スイッチが自分から送る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Telegraf が貯め場へ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syslog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人が読む文章のログ。理由つき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スイッチが自分から送る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syslog-ng が貯め場へ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gNMI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口の状態、隣との状態、通信量の数字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AWS 側から接続して購読する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gnmic が貯め場へ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4066436"/>
            <a:ext cx="10509199" cy="1213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貯め場: 届いた通知を種類ごとの列に並べて順に貯める場所（AWS の MSK）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そのあと: 貯め場から読んで整え、検索する場所・グラフにする場所・長く残す場所・アラートの仕組みへ配る</a:t>
            </a:r>
          </a:p>
          <a:p>
            <a:pPr marL="0" indent="0">
              <a:lnSpc>
                <a:spcPct val="155000"/>
              </a:lnSpc>
              <a:spcAft>
                <a:spcPts val="704"/>
              </a:spcAft>
            </a:pPr>
            <a:r>
              <a:rPr sz="16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スイッチは 1 つの決まった宛先に送るだけで、lab 側の機械が AWS 内の受け口へ転送する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最初の依頼は SR-MPLS で、いまは封筒を VXLAN で代用している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551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4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2026-10-08 の依頼は「ISIS / SR-MPLS」だった。SR-MPLS は仕掛け 3 の封筒を別の種類にする話で、仕掛け 1 と 2 はそのまま使う。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544572"/>
          <a:ext cx="10509199" cy="1617472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40436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項目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いま: VXLAN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依頼: SR-MPLS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0436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封筒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IP（宛先は leaf の住所）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短いラベル（宛先 leaf の番号）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0436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spine の仕事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道順表を引く普通の IP ルータ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ラベルを見て回すだけ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04368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機種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ixr-d2l（ライセンス不要）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147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ixr-6e とライセンスが要る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4399788"/>
            <a:ext cx="10509199" cy="1337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616"/>
              </a:spcAft>
            </a:pPr>
            <a:r>
              <a:rPr sz="14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4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ライセンスが届くまで、同じ形で動かせる VXLAN で代用すると「lab を IS-IS と TRex で組む（011）」で決めた</a:t>
            </a:r>
          </a:p>
          <a:p>
            <a:pPr marL="0" indent="0">
              <a:lnSpc>
                <a:spcPct val="155000"/>
              </a:lnSpc>
              <a:spcAft>
                <a:spcPts val="616"/>
              </a:spcAft>
            </a:pPr>
            <a:r>
              <a:rPr sz="14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4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替えるときは lab の生成スクリプトで機種とライセンスを指定し直し、leaf の封筒の設定を替える</a:t>
            </a:r>
          </a:p>
          <a:p>
            <a:pPr marL="0" indent="0">
              <a:lnSpc>
                <a:spcPct val="155000"/>
              </a:lnSpc>
              <a:spcAft>
                <a:spcPts val="616"/>
              </a:spcAft>
            </a:pPr>
            <a:r>
              <a:rPr sz="14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4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スイッチの並び・ケーブル・IS-IS・BGP EVPN・TRex・監視の 3 つの口は変わらない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覚えることは 3 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2697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スイッチ同士は IP で話す。だから leaf 1 と leaf 2 の TRex の口は、そのままでは同じ LAN にならない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IS-IS で道を教え合い、BGP EVPN で「誰がどこにいるか」を共有し、VXLAN の封筒で運ぶ。leaf が包み、spine が運び、leaf がほどく</a:t>
            </a:r>
          </a:p>
          <a:p>
            <a:pPr marL="0" indent="0">
              <a:lnSpc>
                <a:spcPct val="155000"/>
              </a:lnSpc>
              <a:spcAft>
                <a:spcPts val="880"/>
              </a:spcAft>
            </a:pPr>
            <a:r>
              <a:rPr sz="20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20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SR-MPLS は封筒の種類が違うだけ。ライセンスが来たら封筒を替える。監視の 3 つの口はそのまま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